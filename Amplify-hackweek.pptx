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5.svg" ContentType="image/svg+xml"/>
  <Override PartName="/ppt/media/image26.svg" ContentType="image/svg+xml"/>
  <Override PartName="/ppt/media/image27.svg" ContentType="image/svg+xml"/>
  <Override PartName="/ppt/media/image3.svg" ContentType="image/svg+xml"/>
  <Override PartName="/ppt/media/image30.svg" ContentType="image/svg+xml"/>
  <Override PartName="/ppt/media/image31.svg" ContentType="image/svg+xml"/>
  <Override PartName="/ppt/media/image33.svg" ContentType="image/svg+xml"/>
  <Override PartName="/ppt/media/image37.svg" ContentType="image/svg+xml"/>
  <Override PartName="/ppt/media/image38.svg" ContentType="image/svg+xml"/>
  <Override PartName="/ppt/media/image4.svg" ContentType="image/svg+xml"/>
  <Override PartName="/ppt/media/image41.svg" ContentType="image/svg+xml"/>
  <Override PartName="/ppt/media/image42.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4"/>
    <p:sldMasterId id="2147483904" r:id="rId5"/>
  </p:sldMasterIdLst>
  <p:notesMasterIdLst>
    <p:notesMasterId r:id="rId10"/>
  </p:notesMasterIdLst>
  <p:sldIdLst>
    <p:sldId id="858" r:id="rId6"/>
    <p:sldId id="493" r:id="rId7"/>
    <p:sldId id="859" r:id="rId8"/>
    <p:sldId id="862" r:id="rId15"/>
    <p:sldId id="8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Title Slide" id="{20E91BE4-DD9B-4AA0-BE4A-80B735AB8EB5}">
          <p14:sldIdLst>
            <p14:sldId id="858"/>
            <p14:sldId id="493"/>
            <p14:sldId id="859"/>
            <p14:sldId id="8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41" autoAdjust="0"/>
    <p:restoredTop sz="93061"/>
  </p:normalViewPr>
  <p:slideViewPr>
    <p:cSldViewPr snapToGrid="0">
      <p:cViewPr varScale="1">
        <p:scale>
          <a:sx n="125" d="100"/>
          <a:sy n="125" d="100"/>
        </p:scale>
        <p:origin x="472"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EA8A05-984E-4661-ABDE-786B782DF9C8}" type="datetimeFigureOut">
              <a:rPr lang="en-US" smtClean="0"/>
              <a:t>7/8/26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D9E7C-0DA6-4ECE-9C96-4D3C0B166CA5}" type="slidenum">
              <a:rPr lang="en-US" smtClean="0"/>
              <a:t>‹#›</a:t>
            </a:fld>
            <a:endParaRPr lang="en-US"/>
          </a:p>
        </p:txBody>
      </p:sp>
    </p:spTree>
    <p:extLst>
      <p:ext uri="{BB962C8B-B14F-4D97-AF65-F5344CB8AC3E}">
        <p14:creationId xmlns:p14="http://schemas.microsoft.com/office/powerpoint/2010/main" val="373456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1.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9.svg"/><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 Id="rId3" Type="http://schemas.openxmlformats.org/officeDocument/2006/relationships/image" Target="../media/image7.svg"/><Relationship Id="rId4"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 Id="rId3"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 Id="rId3"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 Id="rId3"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svg"/><Relationship Id="rId3" Type="http://schemas.openxmlformats.org/officeDocument/2006/relationships/image" Target="../media/image1.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svg"/><Relationship Id="rId3" Type="http://schemas.openxmlformats.org/officeDocument/2006/relationships/image" Target="../media/image18.svg"/><Relationship Id="rId4" Type="http://schemas.openxmlformats.org/officeDocument/2006/relationships/image" Target="../media/image19.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svg"/><Relationship Id="rId3" Type="http://schemas.openxmlformats.org/officeDocument/2006/relationships/image" Target="../media/image2.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svg"/><Relationship Id="rId3" Type="http://schemas.openxmlformats.org/officeDocument/2006/relationships/image" Target="../media/image27.svg"/><Relationship Id="rId4" Type="http://schemas.openxmlformats.org/officeDocument/2006/relationships/image" Target="../media/image2.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image" Target="../media/image2.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svg"/><Relationship Id="rId3" Type="http://schemas.openxmlformats.org/officeDocument/2006/relationships/image" Target="../media/image2.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2.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2.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sv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sv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2.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2.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2.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2.sv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image" Target="../media/image2.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8.svg"/><Relationship Id="rId4" Type="http://schemas.openxmlformats.org/officeDocument/2006/relationships/image" Target="../media/image2.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16.png"/><Relationship Id="rId4" Type="http://schemas.openxmlformats.org/officeDocument/2006/relationships/image" Target="../media/image2.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16.png"/><Relationship Id="rId4" Type="http://schemas.openxmlformats.org/officeDocument/2006/relationships/image" Target="../media/image2.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16.png"/><Relationship Id="rId4" Type="http://schemas.openxmlformats.org/officeDocument/2006/relationships/image" Target="../media/image2.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17.svg"/><Relationship Id="rId4" Type="http://schemas.openxmlformats.org/officeDocument/2006/relationships/image" Target="../media/image16.png"/><Relationship Id="rId5" Type="http://schemas.openxmlformats.org/officeDocument/2006/relationships/image" Target="../media/image2.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svg"/><Relationship Id="rId3" Type="http://schemas.openxmlformats.org/officeDocument/2006/relationships/image" Target="../media/image41.svg"/><Relationship Id="rId4" Type="http://schemas.openxmlformats.org/officeDocument/2006/relationships/image" Target="../media/image42.svg"/><Relationship Id="rId5" Type="http://schemas.openxmlformats.org/officeDocument/2006/relationships/image" Target="../media/image2.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2.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2.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2.sv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10331" y="2835689"/>
            <a:ext cx="8829198" cy="1545108"/>
          </a:xfrm>
        </p:spPr>
        <p:txBody>
          <a:bodyPr anchor="b">
            <a:noAutofit/>
          </a:bodyPr>
          <a:lstStyle>
            <a:lvl1pPr algn="l">
              <a:defRPr sz="6000" spc="-15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10331" y="4574120"/>
            <a:ext cx="8829198" cy="914428"/>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8" name="Picture 7">
            <a:extLst>
              <a:ext uri="{FF2B5EF4-FFF2-40B4-BE49-F238E27FC236}">
                <a16:creationId xmlns:a16="http://schemas.microsoft.com/office/drawing/2014/main" id="{35E2D0B1-B8AC-DB86-16C2-A2708552A64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132003" y="434072"/>
            <a:ext cx="1497676" cy="488372"/>
          </a:xfrm>
          <a:prstGeom prst="rect">
            <a:avLst/>
          </a:prstGeom>
        </p:spPr>
      </p:pic>
      <p:pic>
        <p:nvPicPr>
          <p:cNvPr id="5" name="Graphic 4">
            <a:extLst>
              <a:ext uri="{FF2B5EF4-FFF2-40B4-BE49-F238E27FC236}">
                <a16:creationId xmlns:a16="http://schemas.microsoft.com/office/drawing/2014/main" id="{03772072-B205-7C21-932B-312DBF3508B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65702" y="190499"/>
            <a:ext cx="1817992" cy="1217406"/>
          </a:xfrm>
          <a:prstGeom prst="rect">
            <a:avLst/>
          </a:prstGeom>
        </p:spPr>
      </p:pic>
      <p:pic>
        <p:nvPicPr>
          <p:cNvPr id="9" name="Graphic 8">
            <a:extLst>
              <a:ext uri="{FF2B5EF4-FFF2-40B4-BE49-F238E27FC236}">
                <a16:creationId xmlns:a16="http://schemas.microsoft.com/office/drawing/2014/main" id="{02D61BAA-1A85-EE43-7366-281275553EF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208304" y="5450094"/>
            <a:ext cx="1817992" cy="1217405"/>
          </a:xfrm>
          <a:prstGeom prst="rect">
            <a:avLst/>
          </a:prstGeom>
        </p:spPr>
      </p:pic>
      <p:sp>
        <p:nvSpPr>
          <p:cNvPr id="7" name="Rectangle">
            <a:extLst>
              <a:ext uri="{FF2B5EF4-FFF2-40B4-BE49-F238E27FC236}">
                <a16:creationId xmlns:a16="http://schemas.microsoft.com/office/drawing/2014/main" id="{41897A99-7B2B-711F-1F50-CFB1CB1761B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6" name="TextBox 5">
            <a:extLst>
              <a:ext uri="{FF2B5EF4-FFF2-40B4-BE49-F238E27FC236}">
                <a16:creationId xmlns:a16="http://schemas.microsoft.com/office/drawing/2014/main" id="{B39C010A-CBD8-C1F7-2413-C70F5AE7AECB}"/>
              </a:ext>
            </a:extLst>
          </p:cNvPr>
          <p:cNvSpPr txBox="1"/>
          <p:nvPr userDrawn="1"/>
        </p:nvSpPr>
        <p:spPr>
          <a:xfrm>
            <a:off x="612648" y="5897880"/>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1"/>
                </a:solidFill>
              </a:rPr>
              <a:t>© 2026 UiPath, Inc. All rights reserved.</a:t>
            </a:r>
          </a:p>
          <a:p>
            <a:pPr algn="l"/>
            <a:r>
              <a:rPr lang="en-US" sz="800" dirty="0">
                <a:solidFill>
                  <a:schemeClr val="bg1"/>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2685254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Blocks + Photo-orange">
    <p:bg>
      <p:bgPr>
        <a:solidFill>
          <a:schemeClr val="accent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B4AED13-CDCA-35B1-2C9E-097B1E2C3933}"/>
              </a:ext>
            </a:extLst>
          </p:cNvPr>
          <p:cNvSpPr>
            <a:spLocks noGrp="1"/>
          </p:cNvSpPr>
          <p:nvPr>
            <p:ph type="pic" sz="quarter" idx="10"/>
          </p:nvPr>
        </p:nvSpPr>
        <p:spPr>
          <a:xfrm>
            <a:off x="5169848" y="0"/>
            <a:ext cx="7022152" cy="6858000"/>
          </a:xfrm>
          <a:custGeom>
            <a:avLst/>
            <a:gdLst>
              <a:gd name="connsiteX0" fmla="*/ 0 w 7022152"/>
              <a:gd name="connsiteY0" fmla="*/ 1720850 h 6858000"/>
              <a:gd name="connsiteX1" fmla="*/ 855133 w 7022152"/>
              <a:gd name="connsiteY1" fmla="*/ 1720850 h 6858000"/>
              <a:gd name="connsiteX2" fmla="*/ 855133 w 7022152"/>
              <a:gd name="connsiteY2" fmla="*/ 2578100 h 6858000"/>
              <a:gd name="connsiteX3" fmla="*/ 0 w 7022152"/>
              <a:gd name="connsiteY3" fmla="*/ 2578100 h 6858000"/>
              <a:gd name="connsiteX4" fmla="*/ 2565400 w 7022152"/>
              <a:gd name="connsiteY4" fmla="*/ 0 h 6858000"/>
              <a:gd name="connsiteX5" fmla="*/ 7022152 w 7022152"/>
              <a:gd name="connsiteY5" fmla="*/ 0 h 6858000"/>
              <a:gd name="connsiteX6" fmla="*/ 7022152 w 7022152"/>
              <a:gd name="connsiteY6" fmla="*/ 6858000 h 6858000"/>
              <a:gd name="connsiteX7" fmla="*/ 1710267 w 7022152"/>
              <a:gd name="connsiteY7" fmla="*/ 6858000 h 6858000"/>
              <a:gd name="connsiteX8" fmla="*/ 1710267 w 7022152"/>
              <a:gd name="connsiteY8" fmla="*/ 3435350 h 6858000"/>
              <a:gd name="connsiteX9" fmla="*/ 855133 w 7022152"/>
              <a:gd name="connsiteY9" fmla="*/ 3435350 h 6858000"/>
              <a:gd name="connsiteX10" fmla="*/ 855133 w 7022152"/>
              <a:gd name="connsiteY10" fmla="*/ 2578100 h 6858000"/>
              <a:gd name="connsiteX11" fmla="*/ 1710267 w 7022152"/>
              <a:gd name="connsiteY11" fmla="*/ 2578100 h 6858000"/>
              <a:gd name="connsiteX12" fmla="*/ 1710267 w 7022152"/>
              <a:gd name="connsiteY12" fmla="*/ 857250 h 6858000"/>
              <a:gd name="connsiteX13" fmla="*/ 2565400 w 7022152"/>
              <a:gd name="connsiteY13"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2152" h="6858000">
                <a:moveTo>
                  <a:pt x="0" y="1720850"/>
                </a:moveTo>
                <a:lnTo>
                  <a:pt x="855133" y="1720850"/>
                </a:lnTo>
                <a:lnTo>
                  <a:pt x="855133" y="2578100"/>
                </a:lnTo>
                <a:lnTo>
                  <a:pt x="0" y="2578100"/>
                </a:lnTo>
                <a:close/>
                <a:moveTo>
                  <a:pt x="2565400" y="0"/>
                </a:moveTo>
                <a:lnTo>
                  <a:pt x="7022152" y="0"/>
                </a:lnTo>
                <a:lnTo>
                  <a:pt x="7022152" y="6858000"/>
                </a:lnTo>
                <a:lnTo>
                  <a:pt x="1710267" y="6858000"/>
                </a:lnTo>
                <a:lnTo>
                  <a:pt x="1710267" y="3435350"/>
                </a:lnTo>
                <a:lnTo>
                  <a:pt x="855133" y="3435350"/>
                </a:lnTo>
                <a:lnTo>
                  <a:pt x="855133" y="2578100"/>
                </a:lnTo>
                <a:lnTo>
                  <a:pt x="1710267" y="2578100"/>
                </a:lnTo>
                <a:lnTo>
                  <a:pt x="1710267" y="857250"/>
                </a:lnTo>
                <a:lnTo>
                  <a:pt x="2565400" y="857250"/>
                </a:lnTo>
                <a:close/>
              </a:path>
            </a:pathLst>
          </a:custGeom>
        </p:spPr>
        <p:txBody>
          <a:bodyPr wrap="square">
            <a:noAutofit/>
          </a:bodyPr>
          <a:lstStyle>
            <a:lvl1pPr algn="r">
              <a:defRPr/>
            </a:lvl1pPr>
          </a:lstStyle>
          <a:p>
            <a:endParaRPr lang="en-US" dirty="0"/>
          </a:p>
          <a:p>
            <a:r>
              <a:rPr lang="en-US" dirty="0"/>
              <a:t>Click to add picture, then send to back</a:t>
            </a:r>
          </a:p>
        </p:txBody>
      </p:sp>
      <p:sp>
        <p:nvSpPr>
          <p:cNvPr id="2" name="Rectangle">
            <a:extLst>
              <a:ext uri="{FF2B5EF4-FFF2-40B4-BE49-F238E27FC236}">
                <a16:creationId xmlns:a16="http://schemas.microsoft.com/office/drawing/2014/main" id="{F50185D1-C33F-ABCD-523E-528059B22BE1}"/>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3" name="Title 1">
            <a:extLst>
              <a:ext uri="{FF2B5EF4-FFF2-40B4-BE49-F238E27FC236}">
                <a16:creationId xmlns:a16="http://schemas.microsoft.com/office/drawing/2014/main" id="{CE9DEE45-DBCD-566B-1602-2173532DE975}"/>
              </a:ext>
            </a:extLst>
          </p:cNvPr>
          <p:cNvSpPr>
            <a:spLocks noGrp="1"/>
          </p:cNvSpPr>
          <p:nvPr>
            <p:ph type="ctrTitle" hasCustomPrompt="1"/>
          </p:nvPr>
        </p:nvSpPr>
        <p:spPr>
          <a:xfrm>
            <a:off x="610331" y="2597215"/>
            <a:ext cx="5485669" cy="1545108"/>
          </a:xfrm>
        </p:spPr>
        <p:txBody>
          <a:bodyPr anchor="t">
            <a:noAutofit/>
          </a:bodyPr>
          <a:lstStyle>
            <a:lvl1pPr algn="l">
              <a:defRPr sz="6000" spc="-150">
                <a:solidFill>
                  <a:schemeClr val="bg1"/>
                </a:solidFill>
              </a:defRPr>
            </a:lvl1pPr>
          </a:lstStyle>
          <a:p>
            <a:r>
              <a:rPr lang="en-US" dirty="0"/>
              <a:t>Click to add title</a:t>
            </a:r>
          </a:p>
        </p:txBody>
      </p:sp>
      <p:sp>
        <p:nvSpPr>
          <p:cNvPr id="4" name="Text Placeholder 5">
            <a:extLst>
              <a:ext uri="{FF2B5EF4-FFF2-40B4-BE49-F238E27FC236}">
                <a16:creationId xmlns:a16="http://schemas.microsoft.com/office/drawing/2014/main" id="{8077C508-2AAF-98DE-E2EB-C7149E852025}"/>
              </a:ext>
            </a:extLst>
          </p:cNvPr>
          <p:cNvSpPr>
            <a:spLocks noGrp="1"/>
          </p:cNvSpPr>
          <p:nvPr>
            <p:ph type="body" sz="quarter" idx="14" hasCustomPrompt="1"/>
          </p:nvPr>
        </p:nvSpPr>
        <p:spPr>
          <a:xfrm>
            <a:off x="610331" y="4285794"/>
            <a:ext cx="5485669"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2" name="Presentation subtitle goes here."/>
          <p:cNvSpPr txBox="1">
            <a:spLocks noGrp="1"/>
          </p:cNvSpPr>
          <p:nvPr>
            <p:ph type="body" sz="quarter" idx="21"/>
          </p:nvPr>
        </p:nvSpPr>
        <p:spPr>
          <a:xfrm>
            <a:off x="609600" y="4910328"/>
            <a:ext cx="5510631" cy="630165"/>
          </a:xfrm>
          <a:prstGeom prst="rect">
            <a:avLst/>
          </a:prstGeom>
        </p:spPr>
        <p:txBody>
          <a:bodyPr>
            <a:normAutofit/>
          </a:bodyPr>
          <a:lstStyle>
            <a:lvl1pPr>
              <a:lnSpc>
                <a:spcPts val="1000"/>
              </a:lnSpc>
              <a:spcBef>
                <a:spcPts val="0"/>
              </a:spcBef>
              <a:tabLst>
                <a:tab pos="2222500" algn="l"/>
              </a:tabLst>
              <a:defRPr sz="1000" spc="-25">
                <a:solidFill>
                  <a:schemeClr val="bg1"/>
                </a:solidFill>
              </a:defRPr>
            </a:lvl1pPr>
          </a:lstStyle>
          <a:p>
            <a:r>
              <a:rPr dirty="0"/>
              <a:t>Presentation subtitle goes here.</a:t>
            </a:r>
          </a:p>
        </p:txBody>
      </p:sp>
      <p:pic>
        <p:nvPicPr>
          <p:cNvPr id="10" name="Picture 7">
            <a:extLst>
              <a:ext uri="{FF2B5EF4-FFF2-40B4-BE49-F238E27FC236}">
                <a16:creationId xmlns:a16="http://schemas.microsoft.com/office/drawing/2014/main" id="{17CF6631-DE93-1069-4162-AA3D419BF76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463370"/>
            <a:ext cx="1402080" cy="457199"/>
          </a:xfrm>
          <a:prstGeom prst="rect">
            <a:avLst/>
          </a:prstGeom>
        </p:spPr>
      </p:pic>
      <p:sp>
        <p:nvSpPr>
          <p:cNvPr id="6" name="TextBox 5">
            <a:extLst>
              <a:ext uri="{FF2B5EF4-FFF2-40B4-BE49-F238E27FC236}">
                <a16:creationId xmlns:a16="http://schemas.microsoft.com/office/drawing/2014/main" id="{7D87CD92-A4B7-E181-59AE-F2961282B45F}"/>
              </a:ext>
            </a:extLst>
          </p:cNvPr>
          <p:cNvSpPr txBox="1"/>
          <p:nvPr userDrawn="1"/>
        </p:nvSpPr>
        <p:spPr>
          <a:xfrm>
            <a:off x="612648" y="5897880"/>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1"/>
                </a:solidFill>
              </a:rPr>
              <a:t>© 2026 UiPath, Inc. All rights reserved.</a:t>
            </a:r>
          </a:p>
          <a:p>
            <a:pPr algn="l"/>
            <a:r>
              <a:rPr lang="en-US" sz="800" dirty="0">
                <a:solidFill>
                  <a:schemeClr val="bg1"/>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2695408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One Speaker-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06C4-9D9A-0CEC-CCAF-2A2D5F1B0899}"/>
              </a:ext>
            </a:extLst>
          </p:cNvPr>
          <p:cNvSpPr>
            <a:spLocks noGrp="1"/>
          </p:cNvSpPr>
          <p:nvPr>
            <p:ph type="title" hasCustomPrompt="1"/>
          </p:nvPr>
        </p:nvSpPr>
        <p:spPr>
          <a:xfrm>
            <a:off x="609600" y="2414134"/>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15" name="Picture Placeholder 14">
            <a:extLst>
              <a:ext uri="{FF2B5EF4-FFF2-40B4-BE49-F238E27FC236}">
                <a16:creationId xmlns:a16="http://schemas.microsoft.com/office/drawing/2014/main" id="{B989B780-4E34-2459-5DD7-243F25DBCF5D}"/>
              </a:ext>
            </a:extLst>
          </p:cNvPr>
          <p:cNvSpPr>
            <a:spLocks noGrp="1"/>
          </p:cNvSpPr>
          <p:nvPr>
            <p:ph type="pic" sz="quarter" idx="12"/>
          </p:nvPr>
        </p:nvSpPr>
        <p:spPr>
          <a:xfrm>
            <a:off x="6096000" y="836676"/>
            <a:ext cx="5184648" cy="5184648"/>
          </a:xfrm>
          <a:custGeom>
            <a:avLst/>
            <a:gdLst>
              <a:gd name="connsiteX0" fmla="*/ 451104 w 5184648"/>
              <a:gd name="connsiteY0" fmla="*/ 0 h 5184648"/>
              <a:gd name="connsiteX1" fmla="*/ 5184648 w 5184648"/>
              <a:gd name="connsiteY1" fmla="*/ 0 h 5184648"/>
              <a:gd name="connsiteX2" fmla="*/ 5184648 w 5184648"/>
              <a:gd name="connsiteY2" fmla="*/ 4282313 h 5184648"/>
              <a:gd name="connsiteX3" fmla="*/ 4733544 w 5184648"/>
              <a:gd name="connsiteY3" fmla="*/ 4282313 h 5184648"/>
              <a:gd name="connsiteX4" fmla="*/ 4733544 w 5184648"/>
              <a:gd name="connsiteY4" fmla="*/ 4733417 h 5184648"/>
              <a:gd name="connsiteX5" fmla="*/ 5184648 w 5184648"/>
              <a:gd name="connsiteY5" fmla="*/ 4733417 h 5184648"/>
              <a:gd name="connsiteX6" fmla="*/ 5184648 w 5184648"/>
              <a:gd name="connsiteY6" fmla="*/ 5184648 h 5184648"/>
              <a:gd name="connsiteX7" fmla="*/ 4733544 w 5184648"/>
              <a:gd name="connsiteY7" fmla="*/ 5184648 h 5184648"/>
              <a:gd name="connsiteX8" fmla="*/ 4733544 w 5184648"/>
              <a:gd name="connsiteY8" fmla="*/ 4733544 h 5184648"/>
              <a:gd name="connsiteX9" fmla="*/ 4282440 w 5184648"/>
              <a:gd name="connsiteY9" fmla="*/ 4733544 h 5184648"/>
              <a:gd name="connsiteX10" fmla="*/ 4282440 w 5184648"/>
              <a:gd name="connsiteY10" fmla="*/ 5184648 h 5184648"/>
              <a:gd name="connsiteX11" fmla="*/ 0 w 5184648"/>
              <a:gd name="connsiteY11" fmla="*/ 5184648 h 5184648"/>
              <a:gd name="connsiteX12" fmla="*/ 0 w 5184648"/>
              <a:gd name="connsiteY12" fmla="*/ 451104 h 5184648"/>
              <a:gd name="connsiteX13" fmla="*/ 451104 w 5184648"/>
              <a:gd name="connsiteY13" fmla="*/ 451104 h 51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4648" h="5184648">
                <a:moveTo>
                  <a:pt x="451104" y="0"/>
                </a:moveTo>
                <a:lnTo>
                  <a:pt x="5184648" y="0"/>
                </a:lnTo>
                <a:lnTo>
                  <a:pt x="5184648" y="4282313"/>
                </a:lnTo>
                <a:lnTo>
                  <a:pt x="4733544" y="4282313"/>
                </a:lnTo>
                <a:lnTo>
                  <a:pt x="4733544" y="4733417"/>
                </a:lnTo>
                <a:lnTo>
                  <a:pt x="5184648" y="4733417"/>
                </a:lnTo>
                <a:lnTo>
                  <a:pt x="5184648" y="5184648"/>
                </a:lnTo>
                <a:lnTo>
                  <a:pt x="4733544" y="5184648"/>
                </a:lnTo>
                <a:lnTo>
                  <a:pt x="4733544" y="4733544"/>
                </a:lnTo>
                <a:lnTo>
                  <a:pt x="4282440" y="4733544"/>
                </a:lnTo>
                <a:lnTo>
                  <a:pt x="4282440" y="5184648"/>
                </a:lnTo>
                <a:lnTo>
                  <a:pt x="0" y="5184648"/>
                </a:lnTo>
                <a:lnTo>
                  <a:pt x="0" y="451104"/>
                </a:lnTo>
                <a:lnTo>
                  <a:pt x="451104" y="451104"/>
                </a:lnTo>
                <a:close/>
              </a:path>
            </a:pathLst>
          </a:custGeom>
        </p:spPr>
        <p:txBody>
          <a:bodyPr wrap="square">
            <a:noAutofit/>
          </a:bodyPr>
          <a:lstStyle>
            <a:lvl1pPr>
              <a:defRPr>
                <a:solidFill>
                  <a:schemeClr val="bg1"/>
                </a:solidFill>
              </a:defRPr>
            </a:lvl1pPr>
          </a:lstStyle>
          <a:p>
            <a:r>
              <a:rPr lang="en-GB" dirty="0"/>
              <a:t>Click icon to add picture</a:t>
            </a:r>
            <a:endParaRPr lang="en-US" dirty="0"/>
          </a:p>
        </p:txBody>
      </p:sp>
      <p:sp>
        <p:nvSpPr>
          <p:cNvPr id="6" name="Text Placeholder 5">
            <a:extLst>
              <a:ext uri="{FF2B5EF4-FFF2-40B4-BE49-F238E27FC236}">
                <a16:creationId xmlns:a16="http://schemas.microsoft.com/office/drawing/2014/main" id="{4EEDFA70-EAAE-836F-FE6C-677FFDA21DF7}"/>
              </a:ext>
            </a:extLst>
          </p:cNvPr>
          <p:cNvSpPr>
            <a:spLocks noGrp="1"/>
          </p:cNvSpPr>
          <p:nvPr>
            <p:ph type="body" sz="quarter" idx="13" hasCustomPrompt="1"/>
          </p:nvPr>
        </p:nvSpPr>
        <p:spPr>
          <a:xfrm>
            <a:off x="609600" y="3601185"/>
            <a:ext cx="5003800" cy="430331"/>
          </a:xfrm>
        </p:spPr>
        <p:txBody>
          <a:bodyPr anchor="ctr">
            <a:normAutofit/>
          </a:bodyPr>
          <a:lstStyle>
            <a:lvl1pPr marL="0" indent="0">
              <a:buNone/>
              <a:defRPr sz="3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Text Placeholder 5">
            <a:extLst>
              <a:ext uri="{FF2B5EF4-FFF2-40B4-BE49-F238E27FC236}">
                <a16:creationId xmlns:a16="http://schemas.microsoft.com/office/drawing/2014/main" id="{966CB046-3633-4438-7782-8401F06780C2}"/>
              </a:ext>
            </a:extLst>
          </p:cNvPr>
          <p:cNvSpPr>
            <a:spLocks noGrp="1"/>
          </p:cNvSpPr>
          <p:nvPr>
            <p:ph type="body" sz="quarter" idx="14" hasCustomPrompt="1"/>
          </p:nvPr>
        </p:nvSpPr>
        <p:spPr>
          <a:xfrm>
            <a:off x="609600" y="4063089"/>
            <a:ext cx="5003800"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4" name="Rectangle 26">
            <a:extLst>
              <a:ext uri="{FF2B5EF4-FFF2-40B4-BE49-F238E27FC236}">
                <a16:creationId xmlns:a16="http://schemas.microsoft.com/office/drawing/2014/main" id="{C017FE1F-9E0B-48D3-AF0B-61FD71481CF2}"/>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10" name="Picture 7">
            <a:extLst>
              <a:ext uri="{FF2B5EF4-FFF2-40B4-BE49-F238E27FC236}">
                <a16:creationId xmlns:a16="http://schemas.microsoft.com/office/drawing/2014/main" id="{A495488D-7846-5A9C-4CFA-C2CAE098F45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30457418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Speakers-orange">
    <p:bg>
      <p:bgPr>
        <a:solidFill>
          <a:schemeClr val="accent1"/>
        </a:solidFill>
        <a:effectLst/>
      </p:bgPr>
    </p:bg>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498DD797-078E-56E4-FAAA-D080D22746AC}"/>
              </a:ext>
            </a:extLst>
          </p:cNvPr>
          <p:cNvSpPr>
            <a:spLocks noGrp="1"/>
          </p:cNvSpPr>
          <p:nvPr>
            <p:ph type="pic" sz="quarter" idx="12"/>
          </p:nvPr>
        </p:nvSpPr>
        <p:spPr>
          <a:xfrm>
            <a:off x="7717537" y="0"/>
            <a:ext cx="4471416" cy="3429000"/>
          </a:xfrm>
          <a:custGeom>
            <a:avLst/>
            <a:gdLst>
              <a:gd name="connsiteX0" fmla="*/ 596681 w 4471416"/>
              <a:gd name="connsiteY0" fmla="*/ 298207 h 3429000"/>
              <a:gd name="connsiteX1" fmla="*/ 596681 w 4471416"/>
              <a:gd name="connsiteY1" fmla="*/ 598210 h 3429000"/>
              <a:gd name="connsiteX2" fmla="*/ 896684 w 4471416"/>
              <a:gd name="connsiteY2" fmla="*/ 598210 h 3429000"/>
              <a:gd name="connsiteX3" fmla="*/ 896684 w 4471416"/>
              <a:gd name="connsiteY3" fmla="*/ 298207 h 3429000"/>
              <a:gd name="connsiteX4" fmla="*/ 600007 w 4471416"/>
              <a:gd name="connsiteY4" fmla="*/ 0 h 3429000"/>
              <a:gd name="connsiteX5" fmla="*/ 4471416 w 4471416"/>
              <a:gd name="connsiteY5" fmla="*/ 0 h 3429000"/>
              <a:gd name="connsiteX6" fmla="*/ 4471416 w 4471416"/>
              <a:gd name="connsiteY6" fmla="*/ 3429000 h 3429000"/>
              <a:gd name="connsiteX7" fmla="*/ 4461762 w 4471416"/>
              <a:gd name="connsiteY7" fmla="*/ 3429000 h 3429000"/>
              <a:gd name="connsiteX8" fmla="*/ 4461762 w 4471416"/>
              <a:gd name="connsiteY8" fmla="*/ 3146539 h 3429000"/>
              <a:gd name="connsiteX9" fmla="*/ 3866920 w 4471416"/>
              <a:gd name="connsiteY9" fmla="*/ 3146539 h 3429000"/>
              <a:gd name="connsiteX10" fmla="*/ 3866920 w 4471416"/>
              <a:gd name="connsiteY10" fmla="*/ 2845980 h 3429000"/>
              <a:gd name="connsiteX11" fmla="*/ 4166923 w 4471416"/>
              <a:gd name="connsiteY11" fmla="*/ 2845980 h 3429000"/>
              <a:gd name="connsiteX12" fmla="*/ 4166923 w 4471416"/>
              <a:gd name="connsiteY12" fmla="*/ 2545977 h 3429000"/>
              <a:gd name="connsiteX13" fmla="*/ 3866920 w 4471416"/>
              <a:gd name="connsiteY13" fmla="*/ 2545977 h 3429000"/>
              <a:gd name="connsiteX14" fmla="*/ 3866920 w 4471416"/>
              <a:gd name="connsiteY14" fmla="*/ 2844646 h 3429000"/>
              <a:gd name="connsiteX15" fmla="*/ 3598648 w 4471416"/>
              <a:gd name="connsiteY15" fmla="*/ 2844646 h 3429000"/>
              <a:gd name="connsiteX16" fmla="*/ 3598648 w 4471416"/>
              <a:gd name="connsiteY16" fmla="*/ 2545977 h 3429000"/>
              <a:gd name="connsiteX17" fmla="*/ 0 w 4471416"/>
              <a:gd name="connsiteY17" fmla="*/ 2545977 h 3429000"/>
              <a:gd name="connsiteX18" fmla="*/ 0 w 4471416"/>
              <a:gd name="connsiteY18" fmla="*/ 296412 h 3429000"/>
              <a:gd name="connsiteX19" fmla="*/ 600007 w 4471416"/>
              <a:gd name="connsiteY19" fmla="*/ 296412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429000">
                <a:moveTo>
                  <a:pt x="596681" y="298207"/>
                </a:moveTo>
                <a:lnTo>
                  <a:pt x="596681" y="598210"/>
                </a:lnTo>
                <a:lnTo>
                  <a:pt x="896684" y="598210"/>
                </a:lnTo>
                <a:lnTo>
                  <a:pt x="896684" y="298207"/>
                </a:lnTo>
                <a:close/>
                <a:moveTo>
                  <a:pt x="600007" y="0"/>
                </a:moveTo>
                <a:lnTo>
                  <a:pt x="4471416" y="0"/>
                </a:lnTo>
                <a:lnTo>
                  <a:pt x="4471416" y="3429000"/>
                </a:lnTo>
                <a:lnTo>
                  <a:pt x="4461762" y="3429000"/>
                </a:lnTo>
                <a:lnTo>
                  <a:pt x="4461762" y="3146539"/>
                </a:lnTo>
                <a:lnTo>
                  <a:pt x="3866920" y="3146539"/>
                </a:lnTo>
                <a:lnTo>
                  <a:pt x="3866920" y="2845980"/>
                </a:lnTo>
                <a:lnTo>
                  <a:pt x="4166923" y="2845980"/>
                </a:lnTo>
                <a:lnTo>
                  <a:pt x="4166923" y="2545977"/>
                </a:lnTo>
                <a:lnTo>
                  <a:pt x="3866920" y="2545977"/>
                </a:lnTo>
                <a:lnTo>
                  <a:pt x="3866920" y="2844646"/>
                </a:lnTo>
                <a:lnTo>
                  <a:pt x="3598648" y="2844646"/>
                </a:lnTo>
                <a:lnTo>
                  <a:pt x="3598648" y="2545977"/>
                </a:lnTo>
                <a:lnTo>
                  <a:pt x="0" y="2545977"/>
                </a:lnTo>
                <a:lnTo>
                  <a:pt x="0" y="296412"/>
                </a:lnTo>
                <a:lnTo>
                  <a:pt x="600007" y="296412"/>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34" name="Picture Placeholder 33">
            <a:extLst>
              <a:ext uri="{FF2B5EF4-FFF2-40B4-BE49-F238E27FC236}">
                <a16:creationId xmlns:a16="http://schemas.microsoft.com/office/drawing/2014/main" id="{607DB825-7559-54E7-CAEC-C04E31E7F0AB}"/>
              </a:ext>
            </a:extLst>
          </p:cNvPr>
          <p:cNvSpPr>
            <a:spLocks noGrp="1"/>
          </p:cNvSpPr>
          <p:nvPr>
            <p:ph type="pic" sz="quarter" idx="13"/>
          </p:nvPr>
        </p:nvSpPr>
        <p:spPr>
          <a:xfrm>
            <a:off x="7717537" y="3429000"/>
            <a:ext cx="4471416" cy="3160398"/>
          </a:xfrm>
          <a:custGeom>
            <a:avLst/>
            <a:gdLst>
              <a:gd name="connsiteX0" fmla="*/ 596681 w 4471416"/>
              <a:gd name="connsiteY0" fmla="*/ 312066 h 3160398"/>
              <a:gd name="connsiteX1" fmla="*/ 596681 w 4471416"/>
              <a:gd name="connsiteY1" fmla="*/ 612069 h 3160398"/>
              <a:gd name="connsiteX2" fmla="*/ 896684 w 4471416"/>
              <a:gd name="connsiteY2" fmla="*/ 612069 h 3160398"/>
              <a:gd name="connsiteX3" fmla="*/ 896684 w 4471416"/>
              <a:gd name="connsiteY3" fmla="*/ 312066 h 3160398"/>
              <a:gd name="connsiteX4" fmla="*/ 597787 w 4471416"/>
              <a:gd name="connsiteY4" fmla="*/ 0 h 3160398"/>
              <a:gd name="connsiteX5" fmla="*/ 4471416 w 4471416"/>
              <a:gd name="connsiteY5" fmla="*/ 0 h 3160398"/>
              <a:gd name="connsiteX6" fmla="*/ 4471416 w 4471416"/>
              <a:gd name="connsiteY6" fmla="*/ 3160398 h 3160398"/>
              <a:gd name="connsiteX7" fmla="*/ 3890161 w 4471416"/>
              <a:gd name="connsiteY7" fmla="*/ 3160398 h 3160398"/>
              <a:gd name="connsiteX8" fmla="*/ 3890161 w 4471416"/>
              <a:gd name="connsiteY8" fmla="*/ 2859839 h 3160398"/>
              <a:gd name="connsiteX9" fmla="*/ 4190164 w 4471416"/>
              <a:gd name="connsiteY9" fmla="*/ 2859839 h 3160398"/>
              <a:gd name="connsiteX10" fmla="*/ 4190164 w 4471416"/>
              <a:gd name="connsiteY10" fmla="*/ 2559836 h 3160398"/>
              <a:gd name="connsiteX11" fmla="*/ 3890161 w 4471416"/>
              <a:gd name="connsiteY11" fmla="*/ 2559836 h 3160398"/>
              <a:gd name="connsiteX12" fmla="*/ 3890161 w 4471416"/>
              <a:gd name="connsiteY12" fmla="*/ 2858505 h 3160398"/>
              <a:gd name="connsiteX13" fmla="*/ 3598648 w 4471416"/>
              <a:gd name="connsiteY13" fmla="*/ 2858505 h 3160398"/>
              <a:gd name="connsiteX14" fmla="*/ 3598648 w 4471416"/>
              <a:gd name="connsiteY14" fmla="*/ 2558438 h 3160398"/>
              <a:gd name="connsiteX15" fmla="*/ 0 w 4471416"/>
              <a:gd name="connsiteY15" fmla="*/ 2558438 h 3160398"/>
              <a:gd name="connsiteX16" fmla="*/ 0 w 4471416"/>
              <a:gd name="connsiteY16" fmla="*/ 310271 h 3160398"/>
              <a:gd name="connsiteX17" fmla="*/ 600007 w 4471416"/>
              <a:gd name="connsiteY17" fmla="*/ 310271 h 3160398"/>
              <a:gd name="connsiteX18" fmla="*/ 600007 w 4471416"/>
              <a:gd name="connsiteY18" fmla="*/ 13859 h 3160398"/>
              <a:gd name="connsiteX19" fmla="*/ 597787 w 4471416"/>
              <a:gd name="connsiteY19" fmla="*/ 13859 h 3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160398">
                <a:moveTo>
                  <a:pt x="596681" y="312066"/>
                </a:moveTo>
                <a:lnTo>
                  <a:pt x="596681" y="612069"/>
                </a:lnTo>
                <a:lnTo>
                  <a:pt x="896684" y="612069"/>
                </a:lnTo>
                <a:lnTo>
                  <a:pt x="896684" y="312066"/>
                </a:lnTo>
                <a:close/>
                <a:moveTo>
                  <a:pt x="597787" y="0"/>
                </a:moveTo>
                <a:lnTo>
                  <a:pt x="4471416" y="0"/>
                </a:lnTo>
                <a:lnTo>
                  <a:pt x="4471416" y="3160398"/>
                </a:lnTo>
                <a:lnTo>
                  <a:pt x="3890161" y="3160398"/>
                </a:lnTo>
                <a:lnTo>
                  <a:pt x="3890161" y="2859839"/>
                </a:lnTo>
                <a:lnTo>
                  <a:pt x="4190164" y="2859839"/>
                </a:lnTo>
                <a:lnTo>
                  <a:pt x="4190164" y="2559836"/>
                </a:lnTo>
                <a:lnTo>
                  <a:pt x="3890161" y="2559836"/>
                </a:lnTo>
                <a:lnTo>
                  <a:pt x="3890161" y="2858505"/>
                </a:lnTo>
                <a:lnTo>
                  <a:pt x="3598648" y="2858505"/>
                </a:lnTo>
                <a:lnTo>
                  <a:pt x="3598648" y="2558438"/>
                </a:lnTo>
                <a:lnTo>
                  <a:pt x="0" y="2558438"/>
                </a:lnTo>
                <a:lnTo>
                  <a:pt x="0" y="310271"/>
                </a:lnTo>
                <a:lnTo>
                  <a:pt x="600007" y="310271"/>
                </a:lnTo>
                <a:lnTo>
                  <a:pt x="600007" y="13859"/>
                </a:lnTo>
                <a:lnTo>
                  <a:pt x="597787" y="13859"/>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4" name="Text Placeholder 5">
            <a:extLst>
              <a:ext uri="{FF2B5EF4-FFF2-40B4-BE49-F238E27FC236}">
                <a16:creationId xmlns:a16="http://schemas.microsoft.com/office/drawing/2014/main" id="{6A747CD2-977A-C2B6-435C-39268A8098FD}"/>
              </a:ext>
            </a:extLst>
          </p:cNvPr>
          <p:cNvSpPr>
            <a:spLocks noGrp="1"/>
          </p:cNvSpPr>
          <p:nvPr>
            <p:ph type="body" sz="quarter" idx="14" hasCustomPrompt="1"/>
          </p:nvPr>
        </p:nvSpPr>
        <p:spPr>
          <a:xfrm>
            <a:off x="7717537" y="2659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611B188B-0B3A-3512-4453-59389A5C9512}"/>
              </a:ext>
            </a:extLst>
          </p:cNvPr>
          <p:cNvSpPr>
            <a:spLocks noGrp="1"/>
          </p:cNvSpPr>
          <p:nvPr>
            <p:ph type="body" sz="quarter" idx="15" hasCustomPrompt="1"/>
          </p:nvPr>
        </p:nvSpPr>
        <p:spPr>
          <a:xfrm>
            <a:off x="7717537" y="3033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9" name="Text Placeholder 5">
            <a:extLst>
              <a:ext uri="{FF2B5EF4-FFF2-40B4-BE49-F238E27FC236}">
                <a16:creationId xmlns:a16="http://schemas.microsoft.com/office/drawing/2014/main" id="{D771B411-20B0-D167-A8BA-702B7F1C0304}"/>
              </a:ext>
            </a:extLst>
          </p:cNvPr>
          <p:cNvSpPr>
            <a:spLocks noGrp="1"/>
          </p:cNvSpPr>
          <p:nvPr>
            <p:ph type="body" sz="quarter" idx="16" hasCustomPrompt="1"/>
          </p:nvPr>
        </p:nvSpPr>
        <p:spPr>
          <a:xfrm>
            <a:off x="7717537" y="6088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0" name="Text Placeholder 5">
            <a:extLst>
              <a:ext uri="{FF2B5EF4-FFF2-40B4-BE49-F238E27FC236}">
                <a16:creationId xmlns:a16="http://schemas.microsoft.com/office/drawing/2014/main" id="{BE4E45B5-2B3B-EFFB-75C0-9B5491F50FF4}"/>
              </a:ext>
            </a:extLst>
          </p:cNvPr>
          <p:cNvSpPr>
            <a:spLocks noGrp="1"/>
          </p:cNvSpPr>
          <p:nvPr>
            <p:ph type="body" sz="quarter" idx="17" hasCustomPrompt="1"/>
          </p:nvPr>
        </p:nvSpPr>
        <p:spPr>
          <a:xfrm>
            <a:off x="7717537" y="6462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6" name="Title 1">
            <a:extLst>
              <a:ext uri="{FF2B5EF4-FFF2-40B4-BE49-F238E27FC236}">
                <a16:creationId xmlns:a16="http://schemas.microsoft.com/office/drawing/2014/main" id="{A9DD9072-F37A-FF8E-7B96-042813868F92}"/>
              </a:ext>
            </a:extLst>
          </p:cNvPr>
          <p:cNvSpPr>
            <a:spLocks noGrp="1"/>
          </p:cNvSpPr>
          <p:nvPr>
            <p:ph type="title" hasCustomPrompt="1"/>
          </p:nvPr>
        </p:nvSpPr>
        <p:spPr>
          <a:xfrm>
            <a:off x="609600" y="2647606"/>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11" name="Rectangle 26">
            <a:extLst>
              <a:ext uri="{FF2B5EF4-FFF2-40B4-BE49-F238E27FC236}">
                <a16:creationId xmlns:a16="http://schemas.microsoft.com/office/drawing/2014/main" id="{B835F0AF-53E8-D9F4-49FA-5DE0AF590760}"/>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2" name="Picture 7">
            <a:extLst>
              <a:ext uri="{FF2B5EF4-FFF2-40B4-BE49-F238E27FC236}">
                <a16:creationId xmlns:a16="http://schemas.microsoft.com/office/drawing/2014/main" id="{86039757-3F23-5F99-5898-3A824808D3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1615832586"/>
      </p:ext>
    </p:extLst>
  </p:cSld>
  <p:clrMapOvr>
    <a:masterClrMapping/>
  </p:clrMapOvr>
  <p:extLst>
    <p:ext uri="{DCECCB84-F9BA-43D5-87BE-67443E8EF086}">
      <p15:sldGuideLst xmlns:p15="http://schemas.microsoft.com/office/powerpoint/2012/main">
        <p15:guide id="1" pos="38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eam Photos-orange">
    <p:bg>
      <p:bgPr>
        <a:solidFill>
          <a:schemeClr val="accent1"/>
        </a:solidFill>
        <a:effectLst/>
      </p:bgPr>
    </p:bg>
    <p:spTree>
      <p:nvGrpSpPr>
        <p:cNvPr id="1" name=""/>
        <p:cNvGrpSpPr/>
        <p:nvPr/>
      </p:nvGrpSpPr>
      <p:grpSpPr>
        <a:xfrm>
          <a:off x="0" y="0"/>
          <a:ext cx="0" cy="0"/>
          <a:chOff x="0" y="0"/>
          <a:chExt cx="0" cy="0"/>
        </a:xfrm>
      </p:grpSpPr>
      <p:sp>
        <p:nvSpPr>
          <p:cNvPr id="56" name="Picture Placeholder 55">
            <a:extLst>
              <a:ext uri="{FF2B5EF4-FFF2-40B4-BE49-F238E27FC236}">
                <a16:creationId xmlns:a16="http://schemas.microsoft.com/office/drawing/2014/main" id="{9366387F-1731-5BA1-F6CF-FD4513AE2B02}"/>
              </a:ext>
            </a:extLst>
          </p:cNvPr>
          <p:cNvSpPr>
            <a:spLocks noGrp="1" noChangeAspect="1"/>
          </p:cNvSpPr>
          <p:nvPr>
            <p:ph type="pic" sz="quarter" idx="13"/>
          </p:nvPr>
        </p:nvSpPr>
        <p:spPr>
          <a:xfrm>
            <a:off x="2967228"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58" name="Picture Placeholder 57">
            <a:extLst>
              <a:ext uri="{FF2B5EF4-FFF2-40B4-BE49-F238E27FC236}">
                <a16:creationId xmlns:a16="http://schemas.microsoft.com/office/drawing/2014/main" id="{97D46CF3-7CCF-1E60-1BB1-4C02697C18C5}"/>
              </a:ext>
            </a:extLst>
          </p:cNvPr>
          <p:cNvSpPr>
            <a:spLocks noGrp="1" noChangeAspect="1"/>
          </p:cNvSpPr>
          <p:nvPr>
            <p:ph type="pic" sz="quarter" idx="14"/>
          </p:nvPr>
        </p:nvSpPr>
        <p:spPr>
          <a:xfrm>
            <a:off x="5286756"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3" name="Picture Placeholder 62">
            <a:extLst>
              <a:ext uri="{FF2B5EF4-FFF2-40B4-BE49-F238E27FC236}">
                <a16:creationId xmlns:a16="http://schemas.microsoft.com/office/drawing/2014/main" id="{BE7CB4A2-4B09-FE21-8A60-0E6D7C5A3670}"/>
              </a:ext>
            </a:extLst>
          </p:cNvPr>
          <p:cNvSpPr>
            <a:spLocks noGrp="1" noChangeAspect="1"/>
          </p:cNvSpPr>
          <p:nvPr>
            <p:ph type="pic" sz="quarter" idx="17"/>
          </p:nvPr>
        </p:nvSpPr>
        <p:spPr>
          <a:xfrm>
            <a:off x="1844686"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6" name="Picture Placeholder 65">
            <a:extLst>
              <a:ext uri="{FF2B5EF4-FFF2-40B4-BE49-F238E27FC236}">
                <a16:creationId xmlns:a16="http://schemas.microsoft.com/office/drawing/2014/main" id="{3F68F1D3-A542-689C-5BA2-B3F65EED79FC}"/>
              </a:ext>
            </a:extLst>
          </p:cNvPr>
          <p:cNvSpPr>
            <a:spLocks noGrp="1" noChangeAspect="1"/>
          </p:cNvSpPr>
          <p:nvPr>
            <p:ph type="pic" sz="quarter" idx="18"/>
          </p:nvPr>
        </p:nvSpPr>
        <p:spPr>
          <a:xfrm>
            <a:off x="4221965"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968EFA35-6731-4F3D-E745-9BD2051525B1}"/>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59" name="Picture Placeholder 58">
            <a:extLst>
              <a:ext uri="{FF2B5EF4-FFF2-40B4-BE49-F238E27FC236}">
                <a16:creationId xmlns:a16="http://schemas.microsoft.com/office/drawing/2014/main" id="{3D75D933-0AEC-8E20-2208-13BCA8958D9B}"/>
              </a:ext>
            </a:extLst>
          </p:cNvPr>
          <p:cNvSpPr>
            <a:spLocks noGrp="1" noChangeAspect="1"/>
          </p:cNvSpPr>
          <p:nvPr userDrawn="1">
            <p:ph type="pic" sz="quarter" idx="21"/>
          </p:nvPr>
        </p:nvSpPr>
        <p:spPr>
          <a:xfrm>
            <a:off x="9925812"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0" name="Picture Placeholder 59">
            <a:extLst>
              <a:ext uri="{FF2B5EF4-FFF2-40B4-BE49-F238E27FC236}">
                <a16:creationId xmlns:a16="http://schemas.microsoft.com/office/drawing/2014/main" id="{718365BF-5CD4-428D-A6FC-D404D6BFC997}"/>
              </a:ext>
            </a:extLst>
          </p:cNvPr>
          <p:cNvSpPr>
            <a:spLocks noGrp="1" noChangeAspect="1"/>
          </p:cNvSpPr>
          <p:nvPr userDrawn="1">
            <p:ph type="pic" sz="quarter" idx="22"/>
          </p:nvPr>
        </p:nvSpPr>
        <p:spPr>
          <a:xfrm>
            <a:off x="7606284"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7" name="Picture Placeholder 66">
            <a:extLst>
              <a:ext uri="{FF2B5EF4-FFF2-40B4-BE49-F238E27FC236}">
                <a16:creationId xmlns:a16="http://schemas.microsoft.com/office/drawing/2014/main" id="{09C72878-2822-C899-7703-95FAB01A6CEF}"/>
              </a:ext>
            </a:extLst>
          </p:cNvPr>
          <p:cNvSpPr>
            <a:spLocks noGrp="1" noChangeAspect="1"/>
          </p:cNvSpPr>
          <p:nvPr>
            <p:ph type="pic" sz="quarter" idx="23"/>
          </p:nvPr>
        </p:nvSpPr>
        <p:spPr>
          <a:xfrm>
            <a:off x="6599244"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8" name="Picture Placeholder 67">
            <a:extLst>
              <a:ext uri="{FF2B5EF4-FFF2-40B4-BE49-F238E27FC236}">
                <a16:creationId xmlns:a16="http://schemas.microsoft.com/office/drawing/2014/main" id="{71E38E86-F889-49A1-C955-DDE68167FCCD}"/>
              </a:ext>
            </a:extLst>
          </p:cNvPr>
          <p:cNvSpPr>
            <a:spLocks noGrp="1" noChangeAspect="1"/>
          </p:cNvSpPr>
          <p:nvPr>
            <p:ph type="pic" sz="quarter" idx="24"/>
          </p:nvPr>
        </p:nvSpPr>
        <p:spPr>
          <a:xfrm>
            <a:off x="8976523"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3" name="Text Placeholder 5">
            <a:extLst>
              <a:ext uri="{FF2B5EF4-FFF2-40B4-BE49-F238E27FC236}">
                <a16:creationId xmlns:a16="http://schemas.microsoft.com/office/drawing/2014/main" id="{C5EC73FF-8AD8-D46B-84CB-0EAFA4918846}"/>
              </a:ext>
            </a:extLst>
          </p:cNvPr>
          <p:cNvSpPr>
            <a:spLocks noGrp="1"/>
          </p:cNvSpPr>
          <p:nvPr>
            <p:ph type="body" sz="quarter" idx="25" hasCustomPrompt="1"/>
          </p:nvPr>
        </p:nvSpPr>
        <p:spPr>
          <a:xfrm>
            <a:off x="379841"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F0C2D8E7-B31D-B5AA-B910-64CA8E0925AB}"/>
              </a:ext>
            </a:extLst>
          </p:cNvPr>
          <p:cNvSpPr>
            <a:spLocks noGrp="1"/>
          </p:cNvSpPr>
          <p:nvPr>
            <p:ph type="body" sz="quarter" idx="15" hasCustomPrompt="1"/>
          </p:nvPr>
        </p:nvSpPr>
        <p:spPr>
          <a:xfrm>
            <a:off x="379841"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4" name="Picture Placeholder 53">
            <a:extLst>
              <a:ext uri="{FF2B5EF4-FFF2-40B4-BE49-F238E27FC236}">
                <a16:creationId xmlns:a16="http://schemas.microsoft.com/office/drawing/2014/main" id="{9EE3DC73-2512-62FB-DCDC-68F87A9FC23B}"/>
              </a:ext>
            </a:extLst>
          </p:cNvPr>
          <p:cNvSpPr>
            <a:spLocks noGrp="1" noChangeAspect="1"/>
          </p:cNvSpPr>
          <p:nvPr>
            <p:ph type="pic" sz="quarter" idx="12"/>
          </p:nvPr>
        </p:nvSpPr>
        <p:spPr>
          <a:xfrm>
            <a:off x="647700"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12" name="Text Placeholder 5">
            <a:extLst>
              <a:ext uri="{FF2B5EF4-FFF2-40B4-BE49-F238E27FC236}">
                <a16:creationId xmlns:a16="http://schemas.microsoft.com/office/drawing/2014/main" id="{B06E42B6-AC96-0E0E-8962-E97D097F30B0}"/>
              </a:ext>
            </a:extLst>
          </p:cNvPr>
          <p:cNvSpPr>
            <a:spLocks noGrp="1"/>
          </p:cNvSpPr>
          <p:nvPr>
            <p:ph type="body" sz="quarter" idx="26" hasCustomPrompt="1"/>
          </p:nvPr>
        </p:nvSpPr>
        <p:spPr>
          <a:xfrm>
            <a:off x="2697014"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3" name="Text Placeholder 5">
            <a:extLst>
              <a:ext uri="{FF2B5EF4-FFF2-40B4-BE49-F238E27FC236}">
                <a16:creationId xmlns:a16="http://schemas.microsoft.com/office/drawing/2014/main" id="{56194EF8-3B58-2EB7-181D-84EB7E0CA2E7}"/>
              </a:ext>
            </a:extLst>
          </p:cNvPr>
          <p:cNvSpPr>
            <a:spLocks noGrp="1"/>
          </p:cNvSpPr>
          <p:nvPr>
            <p:ph type="body" sz="quarter" idx="27" hasCustomPrompt="1"/>
          </p:nvPr>
        </p:nvSpPr>
        <p:spPr>
          <a:xfrm>
            <a:off x="2697014"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4" name="Text Placeholder 5">
            <a:extLst>
              <a:ext uri="{FF2B5EF4-FFF2-40B4-BE49-F238E27FC236}">
                <a16:creationId xmlns:a16="http://schemas.microsoft.com/office/drawing/2014/main" id="{CFFA2455-68DA-ECF9-8D1C-D1D7DBF366DD}"/>
              </a:ext>
            </a:extLst>
          </p:cNvPr>
          <p:cNvSpPr>
            <a:spLocks noGrp="1"/>
          </p:cNvSpPr>
          <p:nvPr>
            <p:ph type="body" sz="quarter" idx="28" hasCustomPrompt="1"/>
          </p:nvPr>
        </p:nvSpPr>
        <p:spPr>
          <a:xfrm>
            <a:off x="5116815" y="3406837"/>
            <a:ext cx="1958371"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5" name="Text Placeholder 5">
            <a:extLst>
              <a:ext uri="{FF2B5EF4-FFF2-40B4-BE49-F238E27FC236}">
                <a16:creationId xmlns:a16="http://schemas.microsoft.com/office/drawing/2014/main" id="{54650455-C5A1-D3F2-EE90-EDB060E072AF}"/>
              </a:ext>
            </a:extLst>
          </p:cNvPr>
          <p:cNvSpPr>
            <a:spLocks noGrp="1"/>
          </p:cNvSpPr>
          <p:nvPr>
            <p:ph type="body" sz="quarter" idx="29" hasCustomPrompt="1"/>
          </p:nvPr>
        </p:nvSpPr>
        <p:spPr>
          <a:xfrm>
            <a:off x="5116815" y="3665641"/>
            <a:ext cx="1958371"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6" name="Text Placeholder 5">
            <a:extLst>
              <a:ext uri="{FF2B5EF4-FFF2-40B4-BE49-F238E27FC236}">
                <a16:creationId xmlns:a16="http://schemas.microsoft.com/office/drawing/2014/main" id="{C3BD9D4D-9C7A-E105-B788-6EB78222D487}"/>
              </a:ext>
            </a:extLst>
          </p:cNvPr>
          <p:cNvSpPr>
            <a:spLocks noGrp="1"/>
          </p:cNvSpPr>
          <p:nvPr>
            <p:ph type="body" sz="quarter" idx="30" hasCustomPrompt="1"/>
          </p:nvPr>
        </p:nvSpPr>
        <p:spPr>
          <a:xfrm>
            <a:off x="7336069"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7" name="Text Placeholder 5">
            <a:extLst>
              <a:ext uri="{FF2B5EF4-FFF2-40B4-BE49-F238E27FC236}">
                <a16:creationId xmlns:a16="http://schemas.microsoft.com/office/drawing/2014/main" id="{91FA9447-797C-707A-BEDF-FD2B6D35B241}"/>
              </a:ext>
            </a:extLst>
          </p:cNvPr>
          <p:cNvSpPr>
            <a:spLocks noGrp="1"/>
          </p:cNvSpPr>
          <p:nvPr>
            <p:ph type="body" sz="quarter" idx="31" hasCustomPrompt="1"/>
          </p:nvPr>
        </p:nvSpPr>
        <p:spPr>
          <a:xfrm>
            <a:off x="7336069"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8" name="Text Placeholder 5">
            <a:extLst>
              <a:ext uri="{FF2B5EF4-FFF2-40B4-BE49-F238E27FC236}">
                <a16:creationId xmlns:a16="http://schemas.microsoft.com/office/drawing/2014/main" id="{7DDA1868-329D-373A-0A54-58FB5D4BFE03}"/>
              </a:ext>
            </a:extLst>
          </p:cNvPr>
          <p:cNvSpPr>
            <a:spLocks noGrp="1"/>
          </p:cNvSpPr>
          <p:nvPr>
            <p:ph type="body" sz="quarter" idx="32" hasCustomPrompt="1"/>
          </p:nvPr>
        </p:nvSpPr>
        <p:spPr>
          <a:xfrm>
            <a:off x="9653242"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9" name="Text Placeholder 5">
            <a:extLst>
              <a:ext uri="{FF2B5EF4-FFF2-40B4-BE49-F238E27FC236}">
                <a16:creationId xmlns:a16="http://schemas.microsoft.com/office/drawing/2014/main" id="{8A55E832-0430-C4DA-2EDB-24091F435F2E}"/>
              </a:ext>
            </a:extLst>
          </p:cNvPr>
          <p:cNvSpPr>
            <a:spLocks noGrp="1"/>
          </p:cNvSpPr>
          <p:nvPr>
            <p:ph type="body" sz="quarter" idx="33" hasCustomPrompt="1"/>
          </p:nvPr>
        </p:nvSpPr>
        <p:spPr>
          <a:xfrm>
            <a:off x="9653242"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0" name="Text Placeholder 5">
            <a:extLst>
              <a:ext uri="{FF2B5EF4-FFF2-40B4-BE49-F238E27FC236}">
                <a16:creationId xmlns:a16="http://schemas.microsoft.com/office/drawing/2014/main" id="{04705317-90A6-3A1B-9E29-F484C2A4189E}"/>
              </a:ext>
            </a:extLst>
          </p:cNvPr>
          <p:cNvSpPr>
            <a:spLocks noGrp="1"/>
          </p:cNvSpPr>
          <p:nvPr>
            <p:ph type="body" sz="quarter" idx="34" hasCustomPrompt="1"/>
          </p:nvPr>
        </p:nvSpPr>
        <p:spPr>
          <a:xfrm>
            <a:off x="1577796"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1" name="Text Placeholder 5">
            <a:extLst>
              <a:ext uri="{FF2B5EF4-FFF2-40B4-BE49-F238E27FC236}">
                <a16:creationId xmlns:a16="http://schemas.microsoft.com/office/drawing/2014/main" id="{86395E6A-D5BD-CCDD-0CD0-616D25F26409}"/>
              </a:ext>
            </a:extLst>
          </p:cNvPr>
          <p:cNvSpPr>
            <a:spLocks noGrp="1"/>
          </p:cNvSpPr>
          <p:nvPr>
            <p:ph type="body" sz="quarter" idx="35" hasCustomPrompt="1"/>
          </p:nvPr>
        </p:nvSpPr>
        <p:spPr>
          <a:xfrm>
            <a:off x="1577796"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3" name="Text Placeholder 5">
            <a:extLst>
              <a:ext uri="{FF2B5EF4-FFF2-40B4-BE49-F238E27FC236}">
                <a16:creationId xmlns:a16="http://schemas.microsoft.com/office/drawing/2014/main" id="{385FD8A1-08CA-2923-86C1-9D4517BC40CD}"/>
              </a:ext>
            </a:extLst>
          </p:cNvPr>
          <p:cNvSpPr>
            <a:spLocks noGrp="1"/>
          </p:cNvSpPr>
          <p:nvPr>
            <p:ph type="body" sz="quarter" idx="36" hasCustomPrompt="1"/>
          </p:nvPr>
        </p:nvSpPr>
        <p:spPr>
          <a:xfrm>
            <a:off x="3957314" y="597201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4" name="Text Placeholder 5">
            <a:extLst>
              <a:ext uri="{FF2B5EF4-FFF2-40B4-BE49-F238E27FC236}">
                <a16:creationId xmlns:a16="http://schemas.microsoft.com/office/drawing/2014/main" id="{8BE2340E-295C-D716-98CC-F201EA2F8334}"/>
              </a:ext>
            </a:extLst>
          </p:cNvPr>
          <p:cNvSpPr>
            <a:spLocks noGrp="1"/>
          </p:cNvSpPr>
          <p:nvPr>
            <p:ph type="body" sz="quarter" idx="37" hasCustomPrompt="1"/>
          </p:nvPr>
        </p:nvSpPr>
        <p:spPr>
          <a:xfrm>
            <a:off x="3957314" y="623081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7" name="Text Placeholder 5">
            <a:extLst>
              <a:ext uri="{FF2B5EF4-FFF2-40B4-BE49-F238E27FC236}">
                <a16:creationId xmlns:a16="http://schemas.microsoft.com/office/drawing/2014/main" id="{9453088C-DB9E-7188-4674-B7339CB82861}"/>
              </a:ext>
            </a:extLst>
          </p:cNvPr>
          <p:cNvSpPr>
            <a:spLocks noGrp="1"/>
          </p:cNvSpPr>
          <p:nvPr>
            <p:ph type="body" sz="quarter" idx="38" hasCustomPrompt="1"/>
          </p:nvPr>
        </p:nvSpPr>
        <p:spPr>
          <a:xfrm>
            <a:off x="632598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8" name="Text Placeholder 5">
            <a:extLst>
              <a:ext uri="{FF2B5EF4-FFF2-40B4-BE49-F238E27FC236}">
                <a16:creationId xmlns:a16="http://schemas.microsoft.com/office/drawing/2014/main" id="{C468F382-2017-6A90-5E91-53DB2DAB4B24}"/>
              </a:ext>
            </a:extLst>
          </p:cNvPr>
          <p:cNvSpPr>
            <a:spLocks noGrp="1"/>
          </p:cNvSpPr>
          <p:nvPr>
            <p:ph type="body" sz="quarter" idx="39" hasCustomPrompt="1"/>
          </p:nvPr>
        </p:nvSpPr>
        <p:spPr>
          <a:xfrm>
            <a:off x="632598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9" name="Text Placeholder 5">
            <a:extLst>
              <a:ext uri="{FF2B5EF4-FFF2-40B4-BE49-F238E27FC236}">
                <a16:creationId xmlns:a16="http://schemas.microsoft.com/office/drawing/2014/main" id="{8F729790-8694-10B1-9832-49108753177B}"/>
              </a:ext>
            </a:extLst>
          </p:cNvPr>
          <p:cNvSpPr>
            <a:spLocks noGrp="1"/>
          </p:cNvSpPr>
          <p:nvPr>
            <p:ph type="body" sz="quarter" idx="40" hasCustomPrompt="1"/>
          </p:nvPr>
        </p:nvSpPr>
        <p:spPr>
          <a:xfrm>
            <a:off x="870596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30" name="Text Placeholder 5">
            <a:extLst>
              <a:ext uri="{FF2B5EF4-FFF2-40B4-BE49-F238E27FC236}">
                <a16:creationId xmlns:a16="http://schemas.microsoft.com/office/drawing/2014/main" id="{220FE1FE-1D9C-59DB-385B-64C4C1FA6ADB}"/>
              </a:ext>
            </a:extLst>
          </p:cNvPr>
          <p:cNvSpPr>
            <a:spLocks noGrp="1"/>
          </p:cNvSpPr>
          <p:nvPr>
            <p:ph type="body" sz="quarter" idx="41" hasCustomPrompt="1"/>
          </p:nvPr>
        </p:nvSpPr>
        <p:spPr>
          <a:xfrm>
            <a:off x="870596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7" name="Rectangle 26">
            <a:extLst>
              <a:ext uri="{FF2B5EF4-FFF2-40B4-BE49-F238E27FC236}">
                <a16:creationId xmlns:a16="http://schemas.microsoft.com/office/drawing/2014/main" id="{E07A0E7F-52A6-0955-3946-480D69100DB5}"/>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4" name="Picture 6">
            <a:extLst>
              <a:ext uri="{FF2B5EF4-FFF2-40B4-BE49-F238E27FC236}">
                <a16:creationId xmlns:a16="http://schemas.microsoft.com/office/drawing/2014/main" id="{77F1F4F7-5376-A52C-BC32-F881FC32B45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754498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Blocks + Photo-teal">
    <p:bg>
      <p:bgPr>
        <a:solidFill>
          <a:schemeClr val="accent3"/>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B4AED13-CDCA-35B1-2C9E-097B1E2C3933}"/>
              </a:ext>
            </a:extLst>
          </p:cNvPr>
          <p:cNvSpPr>
            <a:spLocks noGrp="1"/>
          </p:cNvSpPr>
          <p:nvPr>
            <p:ph type="pic" sz="quarter" idx="10"/>
          </p:nvPr>
        </p:nvSpPr>
        <p:spPr>
          <a:xfrm>
            <a:off x="5169848" y="0"/>
            <a:ext cx="7022152" cy="6858000"/>
          </a:xfrm>
          <a:custGeom>
            <a:avLst/>
            <a:gdLst>
              <a:gd name="connsiteX0" fmla="*/ 0 w 7022152"/>
              <a:gd name="connsiteY0" fmla="*/ 1720850 h 6858000"/>
              <a:gd name="connsiteX1" fmla="*/ 855133 w 7022152"/>
              <a:gd name="connsiteY1" fmla="*/ 1720850 h 6858000"/>
              <a:gd name="connsiteX2" fmla="*/ 855133 w 7022152"/>
              <a:gd name="connsiteY2" fmla="*/ 2578100 h 6858000"/>
              <a:gd name="connsiteX3" fmla="*/ 0 w 7022152"/>
              <a:gd name="connsiteY3" fmla="*/ 2578100 h 6858000"/>
              <a:gd name="connsiteX4" fmla="*/ 2565400 w 7022152"/>
              <a:gd name="connsiteY4" fmla="*/ 0 h 6858000"/>
              <a:gd name="connsiteX5" fmla="*/ 7022152 w 7022152"/>
              <a:gd name="connsiteY5" fmla="*/ 0 h 6858000"/>
              <a:gd name="connsiteX6" fmla="*/ 7022152 w 7022152"/>
              <a:gd name="connsiteY6" fmla="*/ 6858000 h 6858000"/>
              <a:gd name="connsiteX7" fmla="*/ 1710267 w 7022152"/>
              <a:gd name="connsiteY7" fmla="*/ 6858000 h 6858000"/>
              <a:gd name="connsiteX8" fmla="*/ 1710267 w 7022152"/>
              <a:gd name="connsiteY8" fmla="*/ 3435350 h 6858000"/>
              <a:gd name="connsiteX9" fmla="*/ 855133 w 7022152"/>
              <a:gd name="connsiteY9" fmla="*/ 3435350 h 6858000"/>
              <a:gd name="connsiteX10" fmla="*/ 855133 w 7022152"/>
              <a:gd name="connsiteY10" fmla="*/ 2578100 h 6858000"/>
              <a:gd name="connsiteX11" fmla="*/ 1710267 w 7022152"/>
              <a:gd name="connsiteY11" fmla="*/ 2578100 h 6858000"/>
              <a:gd name="connsiteX12" fmla="*/ 1710267 w 7022152"/>
              <a:gd name="connsiteY12" fmla="*/ 857250 h 6858000"/>
              <a:gd name="connsiteX13" fmla="*/ 2565400 w 7022152"/>
              <a:gd name="connsiteY13"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2152" h="6858000">
                <a:moveTo>
                  <a:pt x="0" y="1720850"/>
                </a:moveTo>
                <a:lnTo>
                  <a:pt x="855133" y="1720850"/>
                </a:lnTo>
                <a:lnTo>
                  <a:pt x="855133" y="2578100"/>
                </a:lnTo>
                <a:lnTo>
                  <a:pt x="0" y="2578100"/>
                </a:lnTo>
                <a:close/>
                <a:moveTo>
                  <a:pt x="2565400" y="0"/>
                </a:moveTo>
                <a:lnTo>
                  <a:pt x="7022152" y="0"/>
                </a:lnTo>
                <a:lnTo>
                  <a:pt x="7022152" y="6858000"/>
                </a:lnTo>
                <a:lnTo>
                  <a:pt x="1710267" y="6858000"/>
                </a:lnTo>
                <a:lnTo>
                  <a:pt x="1710267" y="3435350"/>
                </a:lnTo>
                <a:lnTo>
                  <a:pt x="855133" y="3435350"/>
                </a:lnTo>
                <a:lnTo>
                  <a:pt x="855133" y="2578100"/>
                </a:lnTo>
                <a:lnTo>
                  <a:pt x="1710267" y="2578100"/>
                </a:lnTo>
                <a:lnTo>
                  <a:pt x="1710267" y="857250"/>
                </a:lnTo>
                <a:lnTo>
                  <a:pt x="2565400" y="857250"/>
                </a:lnTo>
                <a:close/>
              </a:path>
            </a:pathLst>
          </a:custGeom>
        </p:spPr>
        <p:txBody>
          <a:bodyPr wrap="square">
            <a:noAutofit/>
          </a:bodyPr>
          <a:lstStyle>
            <a:lvl1pPr algn="r">
              <a:defRPr/>
            </a:lvl1pPr>
          </a:lstStyle>
          <a:p>
            <a:endParaRPr lang="en-US" dirty="0"/>
          </a:p>
          <a:p>
            <a:r>
              <a:rPr lang="en-US" dirty="0"/>
              <a:t>Click to add picture, then send to back</a:t>
            </a:r>
          </a:p>
        </p:txBody>
      </p:sp>
      <p:sp>
        <p:nvSpPr>
          <p:cNvPr id="2" name="Rectangle">
            <a:extLst>
              <a:ext uri="{FF2B5EF4-FFF2-40B4-BE49-F238E27FC236}">
                <a16:creationId xmlns:a16="http://schemas.microsoft.com/office/drawing/2014/main" id="{F50185D1-C33F-ABCD-523E-528059B22BE1}"/>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6" name="Title 1">
            <a:extLst>
              <a:ext uri="{FF2B5EF4-FFF2-40B4-BE49-F238E27FC236}">
                <a16:creationId xmlns:a16="http://schemas.microsoft.com/office/drawing/2014/main" id="{ECBD8E17-A3A0-88A9-865C-E7BA5D1F7E71}"/>
              </a:ext>
            </a:extLst>
          </p:cNvPr>
          <p:cNvSpPr>
            <a:spLocks noGrp="1"/>
          </p:cNvSpPr>
          <p:nvPr>
            <p:ph type="ctrTitle" hasCustomPrompt="1"/>
          </p:nvPr>
        </p:nvSpPr>
        <p:spPr>
          <a:xfrm>
            <a:off x="610331" y="2597215"/>
            <a:ext cx="5485669" cy="1545108"/>
          </a:xfrm>
        </p:spPr>
        <p:txBody>
          <a:bodyPr anchor="t">
            <a:noAutofit/>
          </a:bodyPr>
          <a:lstStyle>
            <a:lvl1pPr algn="l">
              <a:defRPr sz="6000" spc="-150">
                <a:solidFill>
                  <a:schemeClr val="bg1"/>
                </a:solidFill>
              </a:defRPr>
            </a:lvl1pPr>
          </a:lstStyle>
          <a:p>
            <a:r>
              <a:rPr lang="en-US" dirty="0"/>
              <a:t>Click to add title</a:t>
            </a:r>
          </a:p>
        </p:txBody>
      </p:sp>
      <p:sp>
        <p:nvSpPr>
          <p:cNvPr id="7" name="Text Placeholder 5">
            <a:extLst>
              <a:ext uri="{FF2B5EF4-FFF2-40B4-BE49-F238E27FC236}">
                <a16:creationId xmlns:a16="http://schemas.microsoft.com/office/drawing/2014/main" id="{0DC3D433-F378-DCEB-C553-2C1A27C974F8}"/>
              </a:ext>
            </a:extLst>
          </p:cNvPr>
          <p:cNvSpPr>
            <a:spLocks noGrp="1"/>
          </p:cNvSpPr>
          <p:nvPr>
            <p:ph type="body" sz="quarter" idx="14" hasCustomPrompt="1"/>
          </p:nvPr>
        </p:nvSpPr>
        <p:spPr>
          <a:xfrm>
            <a:off x="610331" y="4285794"/>
            <a:ext cx="5485669"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Presentation subtitle goes here.">
            <a:extLst>
              <a:ext uri="{FF2B5EF4-FFF2-40B4-BE49-F238E27FC236}">
                <a16:creationId xmlns:a16="http://schemas.microsoft.com/office/drawing/2014/main" id="{A2496553-5619-A6F4-E4E9-9250C1395A26}"/>
              </a:ext>
            </a:extLst>
          </p:cNvPr>
          <p:cNvSpPr txBox="1">
            <a:spLocks noGrp="1"/>
          </p:cNvSpPr>
          <p:nvPr>
            <p:ph type="body" sz="quarter" idx="21"/>
          </p:nvPr>
        </p:nvSpPr>
        <p:spPr>
          <a:xfrm>
            <a:off x="609600" y="4912767"/>
            <a:ext cx="5510631" cy="630165"/>
          </a:xfrm>
          <a:prstGeom prst="rect">
            <a:avLst/>
          </a:prstGeom>
        </p:spPr>
        <p:txBody>
          <a:bodyPr>
            <a:normAutofit/>
          </a:bodyPr>
          <a:lstStyle>
            <a:lvl1pPr>
              <a:lnSpc>
                <a:spcPts val="1000"/>
              </a:lnSpc>
              <a:spcBef>
                <a:spcPts val="0"/>
              </a:spcBef>
              <a:tabLst>
                <a:tab pos="2222500" algn="l"/>
              </a:tabLst>
              <a:defRPr sz="1000" spc="-25">
                <a:solidFill>
                  <a:schemeClr val="bg1"/>
                </a:solidFill>
              </a:defRPr>
            </a:lvl1pPr>
          </a:lstStyle>
          <a:p>
            <a:r>
              <a:t>Presentation subtitle goes here.</a:t>
            </a:r>
          </a:p>
        </p:txBody>
      </p:sp>
      <p:pic>
        <p:nvPicPr>
          <p:cNvPr id="3" name="Picture 7">
            <a:extLst>
              <a:ext uri="{FF2B5EF4-FFF2-40B4-BE49-F238E27FC236}">
                <a16:creationId xmlns:a16="http://schemas.microsoft.com/office/drawing/2014/main" id="{45C4BDA1-B93A-A883-68C7-BE2EB1176B5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463370"/>
            <a:ext cx="1402080" cy="457199"/>
          </a:xfrm>
          <a:prstGeom prst="rect">
            <a:avLst/>
          </a:prstGeom>
        </p:spPr>
      </p:pic>
      <p:sp>
        <p:nvSpPr>
          <p:cNvPr id="4" name="TextBox 3">
            <a:extLst>
              <a:ext uri="{FF2B5EF4-FFF2-40B4-BE49-F238E27FC236}">
                <a16:creationId xmlns:a16="http://schemas.microsoft.com/office/drawing/2014/main" id="{031CB1F5-65C1-16BA-2677-257BE5BF17FA}"/>
              </a:ext>
            </a:extLst>
          </p:cNvPr>
          <p:cNvSpPr txBox="1"/>
          <p:nvPr userDrawn="1"/>
        </p:nvSpPr>
        <p:spPr>
          <a:xfrm>
            <a:off x="612648" y="5897880"/>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1"/>
                </a:solidFill>
              </a:rPr>
              <a:t>© 2026 UiPath, Inc. All rights reserved.</a:t>
            </a:r>
          </a:p>
          <a:p>
            <a:pPr algn="l"/>
            <a:r>
              <a:rPr lang="en-US" sz="800" dirty="0">
                <a:solidFill>
                  <a:schemeClr val="bg1"/>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60031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One speaker-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06C4-9D9A-0CEC-CCAF-2A2D5F1B0899}"/>
              </a:ext>
            </a:extLst>
          </p:cNvPr>
          <p:cNvSpPr>
            <a:spLocks noGrp="1"/>
          </p:cNvSpPr>
          <p:nvPr>
            <p:ph type="title" hasCustomPrompt="1"/>
          </p:nvPr>
        </p:nvSpPr>
        <p:spPr>
          <a:xfrm>
            <a:off x="609600" y="2414134"/>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15" name="Picture Placeholder 14">
            <a:extLst>
              <a:ext uri="{FF2B5EF4-FFF2-40B4-BE49-F238E27FC236}">
                <a16:creationId xmlns:a16="http://schemas.microsoft.com/office/drawing/2014/main" id="{B989B780-4E34-2459-5DD7-243F25DBCF5D}"/>
              </a:ext>
            </a:extLst>
          </p:cNvPr>
          <p:cNvSpPr>
            <a:spLocks noGrp="1"/>
          </p:cNvSpPr>
          <p:nvPr>
            <p:ph type="pic" sz="quarter" idx="12"/>
          </p:nvPr>
        </p:nvSpPr>
        <p:spPr>
          <a:xfrm>
            <a:off x="6096000" y="836676"/>
            <a:ext cx="5184648" cy="5184648"/>
          </a:xfrm>
          <a:custGeom>
            <a:avLst/>
            <a:gdLst>
              <a:gd name="connsiteX0" fmla="*/ 451104 w 5184648"/>
              <a:gd name="connsiteY0" fmla="*/ 0 h 5184648"/>
              <a:gd name="connsiteX1" fmla="*/ 5184648 w 5184648"/>
              <a:gd name="connsiteY1" fmla="*/ 0 h 5184648"/>
              <a:gd name="connsiteX2" fmla="*/ 5184648 w 5184648"/>
              <a:gd name="connsiteY2" fmla="*/ 4282313 h 5184648"/>
              <a:gd name="connsiteX3" fmla="*/ 4733544 w 5184648"/>
              <a:gd name="connsiteY3" fmla="*/ 4282313 h 5184648"/>
              <a:gd name="connsiteX4" fmla="*/ 4733544 w 5184648"/>
              <a:gd name="connsiteY4" fmla="*/ 4733417 h 5184648"/>
              <a:gd name="connsiteX5" fmla="*/ 5184648 w 5184648"/>
              <a:gd name="connsiteY5" fmla="*/ 4733417 h 5184648"/>
              <a:gd name="connsiteX6" fmla="*/ 5184648 w 5184648"/>
              <a:gd name="connsiteY6" fmla="*/ 5184648 h 5184648"/>
              <a:gd name="connsiteX7" fmla="*/ 4733544 w 5184648"/>
              <a:gd name="connsiteY7" fmla="*/ 5184648 h 5184648"/>
              <a:gd name="connsiteX8" fmla="*/ 4733544 w 5184648"/>
              <a:gd name="connsiteY8" fmla="*/ 4733544 h 5184648"/>
              <a:gd name="connsiteX9" fmla="*/ 4282440 w 5184648"/>
              <a:gd name="connsiteY9" fmla="*/ 4733544 h 5184648"/>
              <a:gd name="connsiteX10" fmla="*/ 4282440 w 5184648"/>
              <a:gd name="connsiteY10" fmla="*/ 5184648 h 5184648"/>
              <a:gd name="connsiteX11" fmla="*/ 0 w 5184648"/>
              <a:gd name="connsiteY11" fmla="*/ 5184648 h 5184648"/>
              <a:gd name="connsiteX12" fmla="*/ 0 w 5184648"/>
              <a:gd name="connsiteY12" fmla="*/ 451104 h 5184648"/>
              <a:gd name="connsiteX13" fmla="*/ 451104 w 5184648"/>
              <a:gd name="connsiteY13" fmla="*/ 451104 h 51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4648" h="5184648">
                <a:moveTo>
                  <a:pt x="451104" y="0"/>
                </a:moveTo>
                <a:lnTo>
                  <a:pt x="5184648" y="0"/>
                </a:lnTo>
                <a:lnTo>
                  <a:pt x="5184648" y="4282313"/>
                </a:lnTo>
                <a:lnTo>
                  <a:pt x="4733544" y="4282313"/>
                </a:lnTo>
                <a:lnTo>
                  <a:pt x="4733544" y="4733417"/>
                </a:lnTo>
                <a:lnTo>
                  <a:pt x="5184648" y="4733417"/>
                </a:lnTo>
                <a:lnTo>
                  <a:pt x="5184648" y="5184648"/>
                </a:lnTo>
                <a:lnTo>
                  <a:pt x="4733544" y="5184648"/>
                </a:lnTo>
                <a:lnTo>
                  <a:pt x="4733544" y="4733544"/>
                </a:lnTo>
                <a:lnTo>
                  <a:pt x="4282440" y="4733544"/>
                </a:lnTo>
                <a:lnTo>
                  <a:pt x="4282440" y="5184648"/>
                </a:lnTo>
                <a:lnTo>
                  <a:pt x="0" y="5184648"/>
                </a:lnTo>
                <a:lnTo>
                  <a:pt x="0" y="451104"/>
                </a:lnTo>
                <a:lnTo>
                  <a:pt x="451104" y="451104"/>
                </a:lnTo>
                <a:close/>
              </a:path>
            </a:pathLst>
          </a:custGeom>
        </p:spPr>
        <p:txBody>
          <a:bodyPr wrap="square">
            <a:noAutofit/>
          </a:bodyPr>
          <a:lstStyle>
            <a:lvl1pPr>
              <a:defRPr>
                <a:solidFill>
                  <a:schemeClr val="bg1"/>
                </a:solidFill>
              </a:defRPr>
            </a:lvl1pPr>
          </a:lstStyle>
          <a:p>
            <a:r>
              <a:rPr lang="en-GB" dirty="0"/>
              <a:t>Click icon to add picture</a:t>
            </a:r>
            <a:endParaRPr lang="en-US" dirty="0"/>
          </a:p>
        </p:txBody>
      </p:sp>
      <p:sp>
        <p:nvSpPr>
          <p:cNvPr id="6" name="Text Placeholder 5">
            <a:extLst>
              <a:ext uri="{FF2B5EF4-FFF2-40B4-BE49-F238E27FC236}">
                <a16:creationId xmlns:a16="http://schemas.microsoft.com/office/drawing/2014/main" id="{4EEDFA70-EAAE-836F-FE6C-677FFDA21DF7}"/>
              </a:ext>
            </a:extLst>
          </p:cNvPr>
          <p:cNvSpPr>
            <a:spLocks noGrp="1"/>
          </p:cNvSpPr>
          <p:nvPr>
            <p:ph type="body" sz="quarter" idx="13" hasCustomPrompt="1"/>
          </p:nvPr>
        </p:nvSpPr>
        <p:spPr>
          <a:xfrm>
            <a:off x="609600" y="3601185"/>
            <a:ext cx="5003800" cy="430331"/>
          </a:xfrm>
        </p:spPr>
        <p:txBody>
          <a:bodyPr anchor="ctr">
            <a:normAutofit/>
          </a:bodyPr>
          <a:lstStyle>
            <a:lvl1pPr marL="0" indent="0">
              <a:buNone/>
              <a:defRPr sz="3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Text Placeholder 5">
            <a:extLst>
              <a:ext uri="{FF2B5EF4-FFF2-40B4-BE49-F238E27FC236}">
                <a16:creationId xmlns:a16="http://schemas.microsoft.com/office/drawing/2014/main" id="{966CB046-3633-4438-7782-8401F06780C2}"/>
              </a:ext>
            </a:extLst>
          </p:cNvPr>
          <p:cNvSpPr>
            <a:spLocks noGrp="1"/>
          </p:cNvSpPr>
          <p:nvPr>
            <p:ph type="body" sz="quarter" idx="14" hasCustomPrompt="1"/>
          </p:nvPr>
        </p:nvSpPr>
        <p:spPr>
          <a:xfrm>
            <a:off x="609600" y="4063089"/>
            <a:ext cx="5003800"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4" name="Rectangle 26">
            <a:extLst>
              <a:ext uri="{FF2B5EF4-FFF2-40B4-BE49-F238E27FC236}">
                <a16:creationId xmlns:a16="http://schemas.microsoft.com/office/drawing/2014/main" id="{C017FE1F-9E0B-48D3-AF0B-61FD71481CF2}"/>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5" name="Picture 7">
            <a:extLst>
              <a:ext uri="{FF2B5EF4-FFF2-40B4-BE49-F238E27FC236}">
                <a16:creationId xmlns:a16="http://schemas.microsoft.com/office/drawing/2014/main" id="{B9AA0C52-0083-CAA8-5578-E8A10A27E8C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37651178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Speakers-teal">
    <p:bg>
      <p:bgPr>
        <a:solidFill>
          <a:schemeClr val="accent3"/>
        </a:solidFill>
        <a:effectLst/>
      </p:bgPr>
    </p:bg>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498DD797-078E-56E4-FAAA-D080D22746AC}"/>
              </a:ext>
            </a:extLst>
          </p:cNvPr>
          <p:cNvSpPr>
            <a:spLocks noGrp="1"/>
          </p:cNvSpPr>
          <p:nvPr>
            <p:ph type="pic" sz="quarter" idx="12"/>
          </p:nvPr>
        </p:nvSpPr>
        <p:spPr>
          <a:xfrm>
            <a:off x="7717537" y="0"/>
            <a:ext cx="4471416" cy="3429000"/>
          </a:xfrm>
          <a:custGeom>
            <a:avLst/>
            <a:gdLst>
              <a:gd name="connsiteX0" fmla="*/ 596681 w 4471416"/>
              <a:gd name="connsiteY0" fmla="*/ 298207 h 3429000"/>
              <a:gd name="connsiteX1" fmla="*/ 596681 w 4471416"/>
              <a:gd name="connsiteY1" fmla="*/ 598210 h 3429000"/>
              <a:gd name="connsiteX2" fmla="*/ 896684 w 4471416"/>
              <a:gd name="connsiteY2" fmla="*/ 598210 h 3429000"/>
              <a:gd name="connsiteX3" fmla="*/ 896684 w 4471416"/>
              <a:gd name="connsiteY3" fmla="*/ 298207 h 3429000"/>
              <a:gd name="connsiteX4" fmla="*/ 600007 w 4471416"/>
              <a:gd name="connsiteY4" fmla="*/ 0 h 3429000"/>
              <a:gd name="connsiteX5" fmla="*/ 4471416 w 4471416"/>
              <a:gd name="connsiteY5" fmla="*/ 0 h 3429000"/>
              <a:gd name="connsiteX6" fmla="*/ 4471416 w 4471416"/>
              <a:gd name="connsiteY6" fmla="*/ 3429000 h 3429000"/>
              <a:gd name="connsiteX7" fmla="*/ 4461762 w 4471416"/>
              <a:gd name="connsiteY7" fmla="*/ 3429000 h 3429000"/>
              <a:gd name="connsiteX8" fmla="*/ 4461762 w 4471416"/>
              <a:gd name="connsiteY8" fmla="*/ 3146539 h 3429000"/>
              <a:gd name="connsiteX9" fmla="*/ 3866920 w 4471416"/>
              <a:gd name="connsiteY9" fmla="*/ 3146539 h 3429000"/>
              <a:gd name="connsiteX10" fmla="*/ 3866920 w 4471416"/>
              <a:gd name="connsiteY10" fmla="*/ 2845980 h 3429000"/>
              <a:gd name="connsiteX11" fmla="*/ 4166923 w 4471416"/>
              <a:gd name="connsiteY11" fmla="*/ 2845980 h 3429000"/>
              <a:gd name="connsiteX12" fmla="*/ 4166923 w 4471416"/>
              <a:gd name="connsiteY12" fmla="*/ 2545977 h 3429000"/>
              <a:gd name="connsiteX13" fmla="*/ 3866920 w 4471416"/>
              <a:gd name="connsiteY13" fmla="*/ 2545977 h 3429000"/>
              <a:gd name="connsiteX14" fmla="*/ 3866920 w 4471416"/>
              <a:gd name="connsiteY14" fmla="*/ 2844646 h 3429000"/>
              <a:gd name="connsiteX15" fmla="*/ 3598648 w 4471416"/>
              <a:gd name="connsiteY15" fmla="*/ 2844646 h 3429000"/>
              <a:gd name="connsiteX16" fmla="*/ 3598648 w 4471416"/>
              <a:gd name="connsiteY16" fmla="*/ 2545977 h 3429000"/>
              <a:gd name="connsiteX17" fmla="*/ 0 w 4471416"/>
              <a:gd name="connsiteY17" fmla="*/ 2545977 h 3429000"/>
              <a:gd name="connsiteX18" fmla="*/ 0 w 4471416"/>
              <a:gd name="connsiteY18" fmla="*/ 296412 h 3429000"/>
              <a:gd name="connsiteX19" fmla="*/ 600007 w 4471416"/>
              <a:gd name="connsiteY19" fmla="*/ 296412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429000">
                <a:moveTo>
                  <a:pt x="596681" y="298207"/>
                </a:moveTo>
                <a:lnTo>
                  <a:pt x="596681" y="598210"/>
                </a:lnTo>
                <a:lnTo>
                  <a:pt x="896684" y="598210"/>
                </a:lnTo>
                <a:lnTo>
                  <a:pt x="896684" y="298207"/>
                </a:lnTo>
                <a:close/>
                <a:moveTo>
                  <a:pt x="600007" y="0"/>
                </a:moveTo>
                <a:lnTo>
                  <a:pt x="4471416" y="0"/>
                </a:lnTo>
                <a:lnTo>
                  <a:pt x="4471416" y="3429000"/>
                </a:lnTo>
                <a:lnTo>
                  <a:pt x="4461762" y="3429000"/>
                </a:lnTo>
                <a:lnTo>
                  <a:pt x="4461762" y="3146539"/>
                </a:lnTo>
                <a:lnTo>
                  <a:pt x="3866920" y="3146539"/>
                </a:lnTo>
                <a:lnTo>
                  <a:pt x="3866920" y="2845980"/>
                </a:lnTo>
                <a:lnTo>
                  <a:pt x="4166923" y="2845980"/>
                </a:lnTo>
                <a:lnTo>
                  <a:pt x="4166923" y="2545977"/>
                </a:lnTo>
                <a:lnTo>
                  <a:pt x="3866920" y="2545977"/>
                </a:lnTo>
                <a:lnTo>
                  <a:pt x="3866920" y="2844646"/>
                </a:lnTo>
                <a:lnTo>
                  <a:pt x="3598648" y="2844646"/>
                </a:lnTo>
                <a:lnTo>
                  <a:pt x="3598648" y="2545977"/>
                </a:lnTo>
                <a:lnTo>
                  <a:pt x="0" y="2545977"/>
                </a:lnTo>
                <a:lnTo>
                  <a:pt x="0" y="296412"/>
                </a:lnTo>
                <a:lnTo>
                  <a:pt x="600007" y="296412"/>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34" name="Picture Placeholder 33">
            <a:extLst>
              <a:ext uri="{FF2B5EF4-FFF2-40B4-BE49-F238E27FC236}">
                <a16:creationId xmlns:a16="http://schemas.microsoft.com/office/drawing/2014/main" id="{607DB825-7559-54E7-CAEC-C04E31E7F0AB}"/>
              </a:ext>
            </a:extLst>
          </p:cNvPr>
          <p:cNvSpPr>
            <a:spLocks noGrp="1"/>
          </p:cNvSpPr>
          <p:nvPr>
            <p:ph type="pic" sz="quarter" idx="13"/>
          </p:nvPr>
        </p:nvSpPr>
        <p:spPr>
          <a:xfrm>
            <a:off x="7717537" y="3429000"/>
            <a:ext cx="4471416" cy="3160398"/>
          </a:xfrm>
          <a:custGeom>
            <a:avLst/>
            <a:gdLst>
              <a:gd name="connsiteX0" fmla="*/ 596681 w 4471416"/>
              <a:gd name="connsiteY0" fmla="*/ 312066 h 3160398"/>
              <a:gd name="connsiteX1" fmla="*/ 596681 w 4471416"/>
              <a:gd name="connsiteY1" fmla="*/ 612069 h 3160398"/>
              <a:gd name="connsiteX2" fmla="*/ 896684 w 4471416"/>
              <a:gd name="connsiteY2" fmla="*/ 612069 h 3160398"/>
              <a:gd name="connsiteX3" fmla="*/ 896684 w 4471416"/>
              <a:gd name="connsiteY3" fmla="*/ 312066 h 3160398"/>
              <a:gd name="connsiteX4" fmla="*/ 597787 w 4471416"/>
              <a:gd name="connsiteY4" fmla="*/ 0 h 3160398"/>
              <a:gd name="connsiteX5" fmla="*/ 4471416 w 4471416"/>
              <a:gd name="connsiteY5" fmla="*/ 0 h 3160398"/>
              <a:gd name="connsiteX6" fmla="*/ 4471416 w 4471416"/>
              <a:gd name="connsiteY6" fmla="*/ 3160398 h 3160398"/>
              <a:gd name="connsiteX7" fmla="*/ 3890161 w 4471416"/>
              <a:gd name="connsiteY7" fmla="*/ 3160398 h 3160398"/>
              <a:gd name="connsiteX8" fmla="*/ 3890161 w 4471416"/>
              <a:gd name="connsiteY8" fmla="*/ 2859839 h 3160398"/>
              <a:gd name="connsiteX9" fmla="*/ 4190164 w 4471416"/>
              <a:gd name="connsiteY9" fmla="*/ 2859839 h 3160398"/>
              <a:gd name="connsiteX10" fmla="*/ 4190164 w 4471416"/>
              <a:gd name="connsiteY10" fmla="*/ 2559836 h 3160398"/>
              <a:gd name="connsiteX11" fmla="*/ 3890161 w 4471416"/>
              <a:gd name="connsiteY11" fmla="*/ 2559836 h 3160398"/>
              <a:gd name="connsiteX12" fmla="*/ 3890161 w 4471416"/>
              <a:gd name="connsiteY12" fmla="*/ 2858505 h 3160398"/>
              <a:gd name="connsiteX13" fmla="*/ 3598648 w 4471416"/>
              <a:gd name="connsiteY13" fmla="*/ 2858505 h 3160398"/>
              <a:gd name="connsiteX14" fmla="*/ 3598648 w 4471416"/>
              <a:gd name="connsiteY14" fmla="*/ 2558438 h 3160398"/>
              <a:gd name="connsiteX15" fmla="*/ 0 w 4471416"/>
              <a:gd name="connsiteY15" fmla="*/ 2558438 h 3160398"/>
              <a:gd name="connsiteX16" fmla="*/ 0 w 4471416"/>
              <a:gd name="connsiteY16" fmla="*/ 310271 h 3160398"/>
              <a:gd name="connsiteX17" fmla="*/ 600007 w 4471416"/>
              <a:gd name="connsiteY17" fmla="*/ 310271 h 3160398"/>
              <a:gd name="connsiteX18" fmla="*/ 600007 w 4471416"/>
              <a:gd name="connsiteY18" fmla="*/ 13859 h 3160398"/>
              <a:gd name="connsiteX19" fmla="*/ 597787 w 4471416"/>
              <a:gd name="connsiteY19" fmla="*/ 13859 h 3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160398">
                <a:moveTo>
                  <a:pt x="596681" y="312066"/>
                </a:moveTo>
                <a:lnTo>
                  <a:pt x="596681" y="612069"/>
                </a:lnTo>
                <a:lnTo>
                  <a:pt x="896684" y="612069"/>
                </a:lnTo>
                <a:lnTo>
                  <a:pt x="896684" y="312066"/>
                </a:lnTo>
                <a:close/>
                <a:moveTo>
                  <a:pt x="597787" y="0"/>
                </a:moveTo>
                <a:lnTo>
                  <a:pt x="4471416" y="0"/>
                </a:lnTo>
                <a:lnTo>
                  <a:pt x="4471416" y="3160398"/>
                </a:lnTo>
                <a:lnTo>
                  <a:pt x="3890161" y="3160398"/>
                </a:lnTo>
                <a:lnTo>
                  <a:pt x="3890161" y="2859839"/>
                </a:lnTo>
                <a:lnTo>
                  <a:pt x="4190164" y="2859839"/>
                </a:lnTo>
                <a:lnTo>
                  <a:pt x="4190164" y="2559836"/>
                </a:lnTo>
                <a:lnTo>
                  <a:pt x="3890161" y="2559836"/>
                </a:lnTo>
                <a:lnTo>
                  <a:pt x="3890161" y="2858505"/>
                </a:lnTo>
                <a:lnTo>
                  <a:pt x="3598648" y="2858505"/>
                </a:lnTo>
                <a:lnTo>
                  <a:pt x="3598648" y="2558438"/>
                </a:lnTo>
                <a:lnTo>
                  <a:pt x="0" y="2558438"/>
                </a:lnTo>
                <a:lnTo>
                  <a:pt x="0" y="310271"/>
                </a:lnTo>
                <a:lnTo>
                  <a:pt x="600007" y="310271"/>
                </a:lnTo>
                <a:lnTo>
                  <a:pt x="600007" y="13859"/>
                </a:lnTo>
                <a:lnTo>
                  <a:pt x="597787" y="13859"/>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4" name="Text Placeholder 5">
            <a:extLst>
              <a:ext uri="{FF2B5EF4-FFF2-40B4-BE49-F238E27FC236}">
                <a16:creationId xmlns:a16="http://schemas.microsoft.com/office/drawing/2014/main" id="{6A747CD2-977A-C2B6-435C-39268A8098FD}"/>
              </a:ext>
            </a:extLst>
          </p:cNvPr>
          <p:cNvSpPr>
            <a:spLocks noGrp="1"/>
          </p:cNvSpPr>
          <p:nvPr>
            <p:ph type="body" sz="quarter" idx="14" hasCustomPrompt="1"/>
          </p:nvPr>
        </p:nvSpPr>
        <p:spPr>
          <a:xfrm>
            <a:off x="7717537" y="2659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611B188B-0B3A-3512-4453-59389A5C9512}"/>
              </a:ext>
            </a:extLst>
          </p:cNvPr>
          <p:cNvSpPr>
            <a:spLocks noGrp="1"/>
          </p:cNvSpPr>
          <p:nvPr>
            <p:ph type="body" sz="quarter" idx="15" hasCustomPrompt="1"/>
          </p:nvPr>
        </p:nvSpPr>
        <p:spPr>
          <a:xfrm>
            <a:off x="7717537" y="3033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9" name="Text Placeholder 5">
            <a:extLst>
              <a:ext uri="{FF2B5EF4-FFF2-40B4-BE49-F238E27FC236}">
                <a16:creationId xmlns:a16="http://schemas.microsoft.com/office/drawing/2014/main" id="{D771B411-20B0-D167-A8BA-702B7F1C0304}"/>
              </a:ext>
            </a:extLst>
          </p:cNvPr>
          <p:cNvSpPr>
            <a:spLocks noGrp="1"/>
          </p:cNvSpPr>
          <p:nvPr>
            <p:ph type="body" sz="quarter" idx="16" hasCustomPrompt="1"/>
          </p:nvPr>
        </p:nvSpPr>
        <p:spPr>
          <a:xfrm>
            <a:off x="7717537" y="6088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0" name="Text Placeholder 5">
            <a:extLst>
              <a:ext uri="{FF2B5EF4-FFF2-40B4-BE49-F238E27FC236}">
                <a16:creationId xmlns:a16="http://schemas.microsoft.com/office/drawing/2014/main" id="{BE4E45B5-2B3B-EFFB-75C0-9B5491F50FF4}"/>
              </a:ext>
            </a:extLst>
          </p:cNvPr>
          <p:cNvSpPr>
            <a:spLocks noGrp="1"/>
          </p:cNvSpPr>
          <p:nvPr>
            <p:ph type="body" sz="quarter" idx="17" hasCustomPrompt="1"/>
          </p:nvPr>
        </p:nvSpPr>
        <p:spPr>
          <a:xfrm>
            <a:off x="7717537" y="6462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6" name="Title 1">
            <a:extLst>
              <a:ext uri="{FF2B5EF4-FFF2-40B4-BE49-F238E27FC236}">
                <a16:creationId xmlns:a16="http://schemas.microsoft.com/office/drawing/2014/main" id="{A9DD9072-F37A-FF8E-7B96-042813868F92}"/>
              </a:ext>
            </a:extLst>
          </p:cNvPr>
          <p:cNvSpPr>
            <a:spLocks noGrp="1"/>
          </p:cNvSpPr>
          <p:nvPr>
            <p:ph type="title" hasCustomPrompt="1"/>
          </p:nvPr>
        </p:nvSpPr>
        <p:spPr>
          <a:xfrm>
            <a:off x="609600" y="2647606"/>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7" name="Rectangle 26">
            <a:extLst>
              <a:ext uri="{FF2B5EF4-FFF2-40B4-BE49-F238E27FC236}">
                <a16:creationId xmlns:a16="http://schemas.microsoft.com/office/drawing/2014/main" id="{0566EBD8-F428-D35E-B627-CD8B54810FE8}"/>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2" name="Picture 7">
            <a:extLst>
              <a:ext uri="{FF2B5EF4-FFF2-40B4-BE49-F238E27FC236}">
                <a16:creationId xmlns:a16="http://schemas.microsoft.com/office/drawing/2014/main" id="{18193705-19F8-5915-E3EA-64C41339AE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1448221154"/>
      </p:ext>
    </p:extLst>
  </p:cSld>
  <p:clrMapOvr>
    <a:masterClrMapping/>
  </p:clrMapOvr>
  <p:extLst>
    <p:ext uri="{DCECCB84-F9BA-43D5-87BE-67443E8EF086}">
      <p15:sldGuideLst xmlns:p15="http://schemas.microsoft.com/office/powerpoint/2012/main">
        <p15:guide id="1" pos="38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eam Photos-teal">
    <p:bg>
      <p:bgPr>
        <a:solidFill>
          <a:schemeClr val="accent3"/>
        </a:solidFill>
        <a:effectLst/>
      </p:bgPr>
    </p:bg>
    <p:spTree>
      <p:nvGrpSpPr>
        <p:cNvPr id="1" name=""/>
        <p:cNvGrpSpPr/>
        <p:nvPr/>
      </p:nvGrpSpPr>
      <p:grpSpPr>
        <a:xfrm>
          <a:off x="0" y="0"/>
          <a:ext cx="0" cy="0"/>
          <a:chOff x="0" y="0"/>
          <a:chExt cx="0" cy="0"/>
        </a:xfrm>
      </p:grpSpPr>
      <p:sp>
        <p:nvSpPr>
          <p:cNvPr id="56" name="Picture Placeholder 55">
            <a:extLst>
              <a:ext uri="{FF2B5EF4-FFF2-40B4-BE49-F238E27FC236}">
                <a16:creationId xmlns:a16="http://schemas.microsoft.com/office/drawing/2014/main" id="{9366387F-1731-5BA1-F6CF-FD4513AE2B02}"/>
              </a:ext>
            </a:extLst>
          </p:cNvPr>
          <p:cNvSpPr>
            <a:spLocks noGrp="1" noChangeAspect="1"/>
          </p:cNvSpPr>
          <p:nvPr>
            <p:ph type="pic" sz="quarter" idx="13"/>
          </p:nvPr>
        </p:nvSpPr>
        <p:spPr>
          <a:xfrm>
            <a:off x="2967228"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58" name="Picture Placeholder 57">
            <a:extLst>
              <a:ext uri="{FF2B5EF4-FFF2-40B4-BE49-F238E27FC236}">
                <a16:creationId xmlns:a16="http://schemas.microsoft.com/office/drawing/2014/main" id="{97D46CF3-7CCF-1E60-1BB1-4C02697C18C5}"/>
              </a:ext>
            </a:extLst>
          </p:cNvPr>
          <p:cNvSpPr>
            <a:spLocks noGrp="1" noChangeAspect="1"/>
          </p:cNvSpPr>
          <p:nvPr>
            <p:ph type="pic" sz="quarter" idx="14"/>
          </p:nvPr>
        </p:nvSpPr>
        <p:spPr>
          <a:xfrm>
            <a:off x="5286756"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3" name="Picture Placeholder 62">
            <a:extLst>
              <a:ext uri="{FF2B5EF4-FFF2-40B4-BE49-F238E27FC236}">
                <a16:creationId xmlns:a16="http://schemas.microsoft.com/office/drawing/2014/main" id="{BE7CB4A2-4B09-FE21-8A60-0E6D7C5A3670}"/>
              </a:ext>
            </a:extLst>
          </p:cNvPr>
          <p:cNvSpPr>
            <a:spLocks noGrp="1" noChangeAspect="1"/>
          </p:cNvSpPr>
          <p:nvPr>
            <p:ph type="pic" sz="quarter" idx="17"/>
          </p:nvPr>
        </p:nvSpPr>
        <p:spPr>
          <a:xfrm>
            <a:off x="1844686"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6" name="Picture Placeholder 65">
            <a:extLst>
              <a:ext uri="{FF2B5EF4-FFF2-40B4-BE49-F238E27FC236}">
                <a16:creationId xmlns:a16="http://schemas.microsoft.com/office/drawing/2014/main" id="{3F68F1D3-A542-689C-5BA2-B3F65EED79FC}"/>
              </a:ext>
            </a:extLst>
          </p:cNvPr>
          <p:cNvSpPr>
            <a:spLocks noGrp="1" noChangeAspect="1"/>
          </p:cNvSpPr>
          <p:nvPr>
            <p:ph type="pic" sz="quarter" idx="18"/>
          </p:nvPr>
        </p:nvSpPr>
        <p:spPr>
          <a:xfrm>
            <a:off x="4221965"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968EFA35-6731-4F3D-E745-9BD2051525B1}"/>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59" name="Picture Placeholder 58">
            <a:extLst>
              <a:ext uri="{FF2B5EF4-FFF2-40B4-BE49-F238E27FC236}">
                <a16:creationId xmlns:a16="http://schemas.microsoft.com/office/drawing/2014/main" id="{3D75D933-0AEC-8E20-2208-13BCA8958D9B}"/>
              </a:ext>
            </a:extLst>
          </p:cNvPr>
          <p:cNvSpPr>
            <a:spLocks noGrp="1" noChangeAspect="1"/>
          </p:cNvSpPr>
          <p:nvPr userDrawn="1">
            <p:ph type="pic" sz="quarter" idx="21"/>
          </p:nvPr>
        </p:nvSpPr>
        <p:spPr>
          <a:xfrm>
            <a:off x="9925812"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0" name="Picture Placeholder 59">
            <a:extLst>
              <a:ext uri="{FF2B5EF4-FFF2-40B4-BE49-F238E27FC236}">
                <a16:creationId xmlns:a16="http://schemas.microsoft.com/office/drawing/2014/main" id="{718365BF-5CD4-428D-A6FC-D404D6BFC997}"/>
              </a:ext>
            </a:extLst>
          </p:cNvPr>
          <p:cNvSpPr>
            <a:spLocks noGrp="1" noChangeAspect="1"/>
          </p:cNvSpPr>
          <p:nvPr userDrawn="1">
            <p:ph type="pic" sz="quarter" idx="22"/>
          </p:nvPr>
        </p:nvSpPr>
        <p:spPr>
          <a:xfrm>
            <a:off x="7606284"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7" name="Picture Placeholder 66">
            <a:extLst>
              <a:ext uri="{FF2B5EF4-FFF2-40B4-BE49-F238E27FC236}">
                <a16:creationId xmlns:a16="http://schemas.microsoft.com/office/drawing/2014/main" id="{09C72878-2822-C899-7703-95FAB01A6CEF}"/>
              </a:ext>
            </a:extLst>
          </p:cNvPr>
          <p:cNvSpPr>
            <a:spLocks noGrp="1" noChangeAspect="1"/>
          </p:cNvSpPr>
          <p:nvPr>
            <p:ph type="pic" sz="quarter" idx="23"/>
          </p:nvPr>
        </p:nvSpPr>
        <p:spPr>
          <a:xfrm>
            <a:off x="6599244"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8" name="Picture Placeholder 67">
            <a:extLst>
              <a:ext uri="{FF2B5EF4-FFF2-40B4-BE49-F238E27FC236}">
                <a16:creationId xmlns:a16="http://schemas.microsoft.com/office/drawing/2014/main" id="{71E38E86-F889-49A1-C955-DDE68167FCCD}"/>
              </a:ext>
            </a:extLst>
          </p:cNvPr>
          <p:cNvSpPr>
            <a:spLocks noGrp="1" noChangeAspect="1"/>
          </p:cNvSpPr>
          <p:nvPr>
            <p:ph type="pic" sz="quarter" idx="24"/>
          </p:nvPr>
        </p:nvSpPr>
        <p:spPr>
          <a:xfrm>
            <a:off x="8976523"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3" name="Text Placeholder 5">
            <a:extLst>
              <a:ext uri="{FF2B5EF4-FFF2-40B4-BE49-F238E27FC236}">
                <a16:creationId xmlns:a16="http://schemas.microsoft.com/office/drawing/2014/main" id="{C5EC73FF-8AD8-D46B-84CB-0EAFA4918846}"/>
              </a:ext>
            </a:extLst>
          </p:cNvPr>
          <p:cNvSpPr>
            <a:spLocks noGrp="1"/>
          </p:cNvSpPr>
          <p:nvPr>
            <p:ph type="body" sz="quarter" idx="25" hasCustomPrompt="1"/>
          </p:nvPr>
        </p:nvSpPr>
        <p:spPr>
          <a:xfrm>
            <a:off x="379841"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F0C2D8E7-B31D-B5AA-B910-64CA8E0925AB}"/>
              </a:ext>
            </a:extLst>
          </p:cNvPr>
          <p:cNvSpPr>
            <a:spLocks noGrp="1"/>
          </p:cNvSpPr>
          <p:nvPr>
            <p:ph type="body" sz="quarter" idx="15" hasCustomPrompt="1"/>
          </p:nvPr>
        </p:nvSpPr>
        <p:spPr>
          <a:xfrm>
            <a:off x="379841"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4" name="Picture Placeholder 53">
            <a:extLst>
              <a:ext uri="{FF2B5EF4-FFF2-40B4-BE49-F238E27FC236}">
                <a16:creationId xmlns:a16="http://schemas.microsoft.com/office/drawing/2014/main" id="{9EE3DC73-2512-62FB-DCDC-68F87A9FC23B}"/>
              </a:ext>
            </a:extLst>
          </p:cNvPr>
          <p:cNvSpPr>
            <a:spLocks noGrp="1" noChangeAspect="1"/>
          </p:cNvSpPr>
          <p:nvPr>
            <p:ph type="pic" sz="quarter" idx="12"/>
          </p:nvPr>
        </p:nvSpPr>
        <p:spPr>
          <a:xfrm>
            <a:off x="647700"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12" name="Text Placeholder 5">
            <a:extLst>
              <a:ext uri="{FF2B5EF4-FFF2-40B4-BE49-F238E27FC236}">
                <a16:creationId xmlns:a16="http://schemas.microsoft.com/office/drawing/2014/main" id="{B06E42B6-AC96-0E0E-8962-E97D097F30B0}"/>
              </a:ext>
            </a:extLst>
          </p:cNvPr>
          <p:cNvSpPr>
            <a:spLocks noGrp="1"/>
          </p:cNvSpPr>
          <p:nvPr>
            <p:ph type="body" sz="quarter" idx="26" hasCustomPrompt="1"/>
          </p:nvPr>
        </p:nvSpPr>
        <p:spPr>
          <a:xfrm>
            <a:off x="2697014"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3" name="Text Placeholder 5">
            <a:extLst>
              <a:ext uri="{FF2B5EF4-FFF2-40B4-BE49-F238E27FC236}">
                <a16:creationId xmlns:a16="http://schemas.microsoft.com/office/drawing/2014/main" id="{56194EF8-3B58-2EB7-181D-84EB7E0CA2E7}"/>
              </a:ext>
            </a:extLst>
          </p:cNvPr>
          <p:cNvSpPr>
            <a:spLocks noGrp="1"/>
          </p:cNvSpPr>
          <p:nvPr>
            <p:ph type="body" sz="quarter" idx="27" hasCustomPrompt="1"/>
          </p:nvPr>
        </p:nvSpPr>
        <p:spPr>
          <a:xfrm>
            <a:off x="2697014"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4" name="Text Placeholder 5">
            <a:extLst>
              <a:ext uri="{FF2B5EF4-FFF2-40B4-BE49-F238E27FC236}">
                <a16:creationId xmlns:a16="http://schemas.microsoft.com/office/drawing/2014/main" id="{CFFA2455-68DA-ECF9-8D1C-D1D7DBF366DD}"/>
              </a:ext>
            </a:extLst>
          </p:cNvPr>
          <p:cNvSpPr>
            <a:spLocks noGrp="1"/>
          </p:cNvSpPr>
          <p:nvPr>
            <p:ph type="body" sz="quarter" idx="28" hasCustomPrompt="1"/>
          </p:nvPr>
        </p:nvSpPr>
        <p:spPr>
          <a:xfrm>
            <a:off x="5116815" y="3406837"/>
            <a:ext cx="1958371"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5" name="Text Placeholder 5">
            <a:extLst>
              <a:ext uri="{FF2B5EF4-FFF2-40B4-BE49-F238E27FC236}">
                <a16:creationId xmlns:a16="http://schemas.microsoft.com/office/drawing/2014/main" id="{54650455-C5A1-D3F2-EE90-EDB060E072AF}"/>
              </a:ext>
            </a:extLst>
          </p:cNvPr>
          <p:cNvSpPr>
            <a:spLocks noGrp="1"/>
          </p:cNvSpPr>
          <p:nvPr>
            <p:ph type="body" sz="quarter" idx="29" hasCustomPrompt="1"/>
          </p:nvPr>
        </p:nvSpPr>
        <p:spPr>
          <a:xfrm>
            <a:off x="5116815" y="3665641"/>
            <a:ext cx="1958371"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6" name="Text Placeholder 5">
            <a:extLst>
              <a:ext uri="{FF2B5EF4-FFF2-40B4-BE49-F238E27FC236}">
                <a16:creationId xmlns:a16="http://schemas.microsoft.com/office/drawing/2014/main" id="{C3BD9D4D-9C7A-E105-B788-6EB78222D487}"/>
              </a:ext>
            </a:extLst>
          </p:cNvPr>
          <p:cNvSpPr>
            <a:spLocks noGrp="1"/>
          </p:cNvSpPr>
          <p:nvPr>
            <p:ph type="body" sz="quarter" idx="30" hasCustomPrompt="1"/>
          </p:nvPr>
        </p:nvSpPr>
        <p:spPr>
          <a:xfrm>
            <a:off x="7336069"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7" name="Text Placeholder 5">
            <a:extLst>
              <a:ext uri="{FF2B5EF4-FFF2-40B4-BE49-F238E27FC236}">
                <a16:creationId xmlns:a16="http://schemas.microsoft.com/office/drawing/2014/main" id="{91FA9447-797C-707A-BEDF-FD2B6D35B241}"/>
              </a:ext>
            </a:extLst>
          </p:cNvPr>
          <p:cNvSpPr>
            <a:spLocks noGrp="1"/>
          </p:cNvSpPr>
          <p:nvPr>
            <p:ph type="body" sz="quarter" idx="31" hasCustomPrompt="1"/>
          </p:nvPr>
        </p:nvSpPr>
        <p:spPr>
          <a:xfrm>
            <a:off x="7336069"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8" name="Text Placeholder 5">
            <a:extLst>
              <a:ext uri="{FF2B5EF4-FFF2-40B4-BE49-F238E27FC236}">
                <a16:creationId xmlns:a16="http://schemas.microsoft.com/office/drawing/2014/main" id="{7DDA1868-329D-373A-0A54-58FB5D4BFE03}"/>
              </a:ext>
            </a:extLst>
          </p:cNvPr>
          <p:cNvSpPr>
            <a:spLocks noGrp="1"/>
          </p:cNvSpPr>
          <p:nvPr>
            <p:ph type="body" sz="quarter" idx="32" hasCustomPrompt="1"/>
          </p:nvPr>
        </p:nvSpPr>
        <p:spPr>
          <a:xfrm>
            <a:off x="9653242"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9" name="Text Placeholder 5">
            <a:extLst>
              <a:ext uri="{FF2B5EF4-FFF2-40B4-BE49-F238E27FC236}">
                <a16:creationId xmlns:a16="http://schemas.microsoft.com/office/drawing/2014/main" id="{8A55E832-0430-C4DA-2EDB-24091F435F2E}"/>
              </a:ext>
            </a:extLst>
          </p:cNvPr>
          <p:cNvSpPr>
            <a:spLocks noGrp="1"/>
          </p:cNvSpPr>
          <p:nvPr>
            <p:ph type="body" sz="quarter" idx="33" hasCustomPrompt="1"/>
          </p:nvPr>
        </p:nvSpPr>
        <p:spPr>
          <a:xfrm>
            <a:off x="9653242"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0" name="Text Placeholder 5">
            <a:extLst>
              <a:ext uri="{FF2B5EF4-FFF2-40B4-BE49-F238E27FC236}">
                <a16:creationId xmlns:a16="http://schemas.microsoft.com/office/drawing/2014/main" id="{04705317-90A6-3A1B-9E29-F484C2A4189E}"/>
              </a:ext>
            </a:extLst>
          </p:cNvPr>
          <p:cNvSpPr>
            <a:spLocks noGrp="1"/>
          </p:cNvSpPr>
          <p:nvPr>
            <p:ph type="body" sz="quarter" idx="34" hasCustomPrompt="1"/>
          </p:nvPr>
        </p:nvSpPr>
        <p:spPr>
          <a:xfrm>
            <a:off x="1577796"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1" name="Text Placeholder 5">
            <a:extLst>
              <a:ext uri="{FF2B5EF4-FFF2-40B4-BE49-F238E27FC236}">
                <a16:creationId xmlns:a16="http://schemas.microsoft.com/office/drawing/2014/main" id="{86395E6A-D5BD-CCDD-0CD0-616D25F26409}"/>
              </a:ext>
            </a:extLst>
          </p:cNvPr>
          <p:cNvSpPr>
            <a:spLocks noGrp="1"/>
          </p:cNvSpPr>
          <p:nvPr>
            <p:ph type="body" sz="quarter" idx="35" hasCustomPrompt="1"/>
          </p:nvPr>
        </p:nvSpPr>
        <p:spPr>
          <a:xfrm>
            <a:off x="1577796"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3" name="Text Placeholder 5">
            <a:extLst>
              <a:ext uri="{FF2B5EF4-FFF2-40B4-BE49-F238E27FC236}">
                <a16:creationId xmlns:a16="http://schemas.microsoft.com/office/drawing/2014/main" id="{385FD8A1-08CA-2923-86C1-9D4517BC40CD}"/>
              </a:ext>
            </a:extLst>
          </p:cNvPr>
          <p:cNvSpPr>
            <a:spLocks noGrp="1"/>
          </p:cNvSpPr>
          <p:nvPr>
            <p:ph type="body" sz="quarter" idx="36" hasCustomPrompt="1"/>
          </p:nvPr>
        </p:nvSpPr>
        <p:spPr>
          <a:xfrm>
            <a:off x="3957314" y="597201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4" name="Text Placeholder 5">
            <a:extLst>
              <a:ext uri="{FF2B5EF4-FFF2-40B4-BE49-F238E27FC236}">
                <a16:creationId xmlns:a16="http://schemas.microsoft.com/office/drawing/2014/main" id="{8BE2340E-295C-D716-98CC-F201EA2F8334}"/>
              </a:ext>
            </a:extLst>
          </p:cNvPr>
          <p:cNvSpPr>
            <a:spLocks noGrp="1"/>
          </p:cNvSpPr>
          <p:nvPr>
            <p:ph type="body" sz="quarter" idx="37" hasCustomPrompt="1"/>
          </p:nvPr>
        </p:nvSpPr>
        <p:spPr>
          <a:xfrm>
            <a:off x="3957314" y="623081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7" name="Text Placeholder 5">
            <a:extLst>
              <a:ext uri="{FF2B5EF4-FFF2-40B4-BE49-F238E27FC236}">
                <a16:creationId xmlns:a16="http://schemas.microsoft.com/office/drawing/2014/main" id="{9453088C-DB9E-7188-4674-B7339CB82861}"/>
              </a:ext>
            </a:extLst>
          </p:cNvPr>
          <p:cNvSpPr>
            <a:spLocks noGrp="1"/>
          </p:cNvSpPr>
          <p:nvPr>
            <p:ph type="body" sz="quarter" idx="38" hasCustomPrompt="1"/>
          </p:nvPr>
        </p:nvSpPr>
        <p:spPr>
          <a:xfrm>
            <a:off x="632598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8" name="Text Placeholder 5">
            <a:extLst>
              <a:ext uri="{FF2B5EF4-FFF2-40B4-BE49-F238E27FC236}">
                <a16:creationId xmlns:a16="http://schemas.microsoft.com/office/drawing/2014/main" id="{C468F382-2017-6A90-5E91-53DB2DAB4B24}"/>
              </a:ext>
            </a:extLst>
          </p:cNvPr>
          <p:cNvSpPr>
            <a:spLocks noGrp="1"/>
          </p:cNvSpPr>
          <p:nvPr>
            <p:ph type="body" sz="quarter" idx="39" hasCustomPrompt="1"/>
          </p:nvPr>
        </p:nvSpPr>
        <p:spPr>
          <a:xfrm>
            <a:off x="632598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9" name="Text Placeholder 5">
            <a:extLst>
              <a:ext uri="{FF2B5EF4-FFF2-40B4-BE49-F238E27FC236}">
                <a16:creationId xmlns:a16="http://schemas.microsoft.com/office/drawing/2014/main" id="{8F729790-8694-10B1-9832-49108753177B}"/>
              </a:ext>
            </a:extLst>
          </p:cNvPr>
          <p:cNvSpPr>
            <a:spLocks noGrp="1"/>
          </p:cNvSpPr>
          <p:nvPr>
            <p:ph type="body" sz="quarter" idx="40" hasCustomPrompt="1"/>
          </p:nvPr>
        </p:nvSpPr>
        <p:spPr>
          <a:xfrm>
            <a:off x="870596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30" name="Text Placeholder 5">
            <a:extLst>
              <a:ext uri="{FF2B5EF4-FFF2-40B4-BE49-F238E27FC236}">
                <a16:creationId xmlns:a16="http://schemas.microsoft.com/office/drawing/2014/main" id="{220FE1FE-1D9C-59DB-385B-64C4C1FA6ADB}"/>
              </a:ext>
            </a:extLst>
          </p:cNvPr>
          <p:cNvSpPr>
            <a:spLocks noGrp="1"/>
          </p:cNvSpPr>
          <p:nvPr>
            <p:ph type="body" sz="quarter" idx="41" hasCustomPrompt="1"/>
          </p:nvPr>
        </p:nvSpPr>
        <p:spPr>
          <a:xfrm>
            <a:off x="870596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4" name="Rectangle 26">
            <a:extLst>
              <a:ext uri="{FF2B5EF4-FFF2-40B4-BE49-F238E27FC236}">
                <a16:creationId xmlns:a16="http://schemas.microsoft.com/office/drawing/2014/main" id="{40405029-7B9D-86A9-52EA-5522C7D9D5E0}"/>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7" name="Picture 6">
            <a:extLst>
              <a:ext uri="{FF2B5EF4-FFF2-40B4-BE49-F238E27FC236}">
                <a16:creationId xmlns:a16="http://schemas.microsoft.com/office/drawing/2014/main" id="{6187D219-1D86-08C2-D198-B9907F181DD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714350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Blocks + Photo-whit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B4AED13-CDCA-35B1-2C9E-097B1E2C3933}"/>
              </a:ext>
            </a:extLst>
          </p:cNvPr>
          <p:cNvSpPr>
            <a:spLocks noGrp="1"/>
          </p:cNvSpPr>
          <p:nvPr>
            <p:ph type="pic" sz="quarter" idx="10"/>
          </p:nvPr>
        </p:nvSpPr>
        <p:spPr>
          <a:xfrm>
            <a:off x="5169848" y="0"/>
            <a:ext cx="7022152" cy="6858000"/>
          </a:xfrm>
          <a:custGeom>
            <a:avLst/>
            <a:gdLst>
              <a:gd name="connsiteX0" fmla="*/ 0 w 7022152"/>
              <a:gd name="connsiteY0" fmla="*/ 1720850 h 6858000"/>
              <a:gd name="connsiteX1" fmla="*/ 855133 w 7022152"/>
              <a:gd name="connsiteY1" fmla="*/ 1720850 h 6858000"/>
              <a:gd name="connsiteX2" fmla="*/ 855133 w 7022152"/>
              <a:gd name="connsiteY2" fmla="*/ 2578100 h 6858000"/>
              <a:gd name="connsiteX3" fmla="*/ 0 w 7022152"/>
              <a:gd name="connsiteY3" fmla="*/ 2578100 h 6858000"/>
              <a:gd name="connsiteX4" fmla="*/ 2565400 w 7022152"/>
              <a:gd name="connsiteY4" fmla="*/ 0 h 6858000"/>
              <a:gd name="connsiteX5" fmla="*/ 7022152 w 7022152"/>
              <a:gd name="connsiteY5" fmla="*/ 0 h 6858000"/>
              <a:gd name="connsiteX6" fmla="*/ 7022152 w 7022152"/>
              <a:gd name="connsiteY6" fmla="*/ 6858000 h 6858000"/>
              <a:gd name="connsiteX7" fmla="*/ 1710267 w 7022152"/>
              <a:gd name="connsiteY7" fmla="*/ 6858000 h 6858000"/>
              <a:gd name="connsiteX8" fmla="*/ 1710267 w 7022152"/>
              <a:gd name="connsiteY8" fmla="*/ 3435350 h 6858000"/>
              <a:gd name="connsiteX9" fmla="*/ 855133 w 7022152"/>
              <a:gd name="connsiteY9" fmla="*/ 3435350 h 6858000"/>
              <a:gd name="connsiteX10" fmla="*/ 855133 w 7022152"/>
              <a:gd name="connsiteY10" fmla="*/ 2578100 h 6858000"/>
              <a:gd name="connsiteX11" fmla="*/ 1710267 w 7022152"/>
              <a:gd name="connsiteY11" fmla="*/ 2578100 h 6858000"/>
              <a:gd name="connsiteX12" fmla="*/ 1710267 w 7022152"/>
              <a:gd name="connsiteY12" fmla="*/ 857250 h 6858000"/>
              <a:gd name="connsiteX13" fmla="*/ 2565400 w 7022152"/>
              <a:gd name="connsiteY13"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2152" h="6858000">
                <a:moveTo>
                  <a:pt x="0" y="1720850"/>
                </a:moveTo>
                <a:lnTo>
                  <a:pt x="855133" y="1720850"/>
                </a:lnTo>
                <a:lnTo>
                  <a:pt x="855133" y="2578100"/>
                </a:lnTo>
                <a:lnTo>
                  <a:pt x="0" y="2578100"/>
                </a:lnTo>
                <a:close/>
                <a:moveTo>
                  <a:pt x="2565400" y="0"/>
                </a:moveTo>
                <a:lnTo>
                  <a:pt x="7022152" y="0"/>
                </a:lnTo>
                <a:lnTo>
                  <a:pt x="7022152" y="6858000"/>
                </a:lnTo>
                <a:lnTo>
                  <a:pt x="1710267" y="6858000"/>
                </a:lnTo>
                <a:lnTo>
                  <a:pt x="1710267" y="3435350"/>
                </a:lnTo>
                <a:lnTo>
                  <a:pt x="855133" y="3435350"/>
                </a:lnTo>
                <a:lnTo>
                  <a:pt x="855133" y="2578100"/>
                </a:lnTo>
                <a:lnTo>
                  <a:pt x="1710267" y="2578100"/>
                </a:lnTo>
                <a:lnTo>
                  <a:pt x="1710267" y="857250"/>
                </a:lnTo>
                <a:lnTo>
                  <a:pt x="2565400" y="857250"/>
                </a:lnTo>
                <a:close/>
              </a:path>
            </a:pathLst>
          </a:custGeom>
        </p:spPr>
        <p:txBody>
          <a:bodyPr wrap="square">
            <a:noAutofit/>
          </a:bodyPr>
          <a:lstStyle>
            <a:lvl1pPr algn="r">
              <a:defRPr/>
            </a:lvl1pPr>
          </a:lstStyle>
          <a:p>
            <a:endParaRPr lang="en-US" dirty="0"/>
          </a:p>
          <a:p>
            <a:r>
              <a:rPr lang="en-US" dirty="0"/>
              <a:t>Click to add picture, then send to back</a:t>
            </a:r>
          </a:p>
        </p:txBody>
      </p:sp>
      <p:sp>
        <p:nvSpPr>
          <p:cNvPr id="2" name="Rectangle">
            <a:extLst>
              <a:ext uri="{FF2B5EF4-FFF2-40B4-BE49-F238E27FC236}">
                <a16:creationId xmlns:a16="http://schemas.microsoft.com/office/drawing/2014/main" id="{F50185D1-C33F-ABCD-523E-528059B22BE1}"/>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12" name="Rectangle">
            <a:extLst>
              <a:ext uri="{FF2B5EF4-FFF2-40B4-BE49-F238E27FC236}">
                <a16:creationId xmlns:a16="http://schemas.microsoft.com/office/drawing/2014/main" id="{C5ADC9C4-F297-C3DE-77E7-923425783A1B}"/>
              </a:ext>
            </a:extLst>
          </p:cNvPr>
          <p:cNvSpPr/>
          <p:nvPr userDrawn="1"/>
        </p:nvSpPr>
        <p:spPr>
          <a:xfrm>
            <a:off x="165702" y="190499"/>
            <a:ext cx="11860596"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sz="2800" dirty="0"/>
          </a:p>
        </p:txBody>
      </p:sp>
      <p:sp>
        <p:nvSpPr>
          <p:cNvPr id="13" name="Title 1">
            <a:extLst>
              <a:ext uri="{FF2B5EF4-FFF2-40B4-BE49-F238E27FC236}">
                <a16:creationId xmlns:a16="http://schemas.microsoft.com/office/drawing/2014/main" id="{1E364E95-0352-9CA1-7483-67F4A0417DEB}"/>
              </a:ext>
            </a:extLst>
          </p:cNvPr>
          <p:cNvSpPr>
            <a:spLocks noGrp="1"/>
          </p:cNvSpPr>
          <p:nvPr>
            <p:ph type="ctrTitle" hasCustomPrompt="1"/>
          </p:nvPr>
        </p:nvSpPr>
        <p:spPr>
          <a:xfrm>
            <a:off x="609602" y="2597215"/>
            <a:ext cx="5485669" cy="1545108"/>
          </a:xfrm>
        </p:spPr>
        <p:txBody>
          <a:bodyPr anchor="t">
            <a:noAutofit/>
          </a:bodyPr>
          <a:lstStyle>
            <a:lvl1pPr algn="l">
              <a:defRPr sz="6000" spc="-150">
                <a:solidFill>
                  <a:schemeClr val="tx1"/>
                </a:solidFill>
              </a:defRPr>
            </a:lvl1pPr>
          </a:lstStyle>
          <a:p>
            <a:r>
              <a:rPr lang="en-US" dirty="0"/>
              <a:t>Click to add title</a:t>
            </a:r>
          </a:p>
        </p:txBody>
      </p:sp>
      <p:sp>
        <p:nvSpPr>
          <p:cNvPr id="14" name="Text Placeholder 5">
            <a:extLst>
              <a:ext uri="{FF2B5EF4-FFF2-40B4-BE49-F238E27FC236}">
                <a16:creationId xmlns:a16="http://schemas.microsoft.com/office/drawing/2014/main" id="{815BC8D4-0E27-32C0-9DE6-198492A948B6}"/>
              </a:ext>
            </a:extLst>
          </p:cNvPr>
          <p:cNvSpPr>
            <a:spLocks noGrp="1"/>
          </p:cNvSpPr>
          <p:nvPr>
            <p:ph type="body" sz="quarter" idx="14" hasCustomPrompt="1"/>
          </p:nvPr>
        </p:nvSpPr>
        <p:spPr>
          <a:xfrm>
            <a:off x="609602" y="4285794"/>
            <a:ext cx="5485669" cy="293922"/>
          </a:xfrm>
        </p:spPr>
        <p:txBody>
          <a:bodyPr anchor="ctr">
            <a:normAutofit/>
          </a:bodyPr>
          <a:lstStyle>
            <a:lvl1pPr marL="0" indent="0">
              <a:buNone/>
              <a:defRPr sz="1800" spc="0">
                <a:solidFill>
                  <a:schemeClr val="tx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5" name="Presentation subtitle goes here.">
            <a:extLst>
              <a:ext uri="{FF2B5EF4-FFF2-40B4-BE49-F238E27FC236}">
                <a16:creationId xmlns:a16="http://schemas.microsoft.com/office/drawing/2014/main" id="{4071DF31-1014-7467-D30D-A88433BAD3F7}"/>
              </a:ext>
            </a:extLst>
          </p:cNvPr>
          <p:cNvSpPr txBox="1">
            <a:spLocks noGrp="1"/>
          </p:cNvSpPr>
          <p:nvPr>
            <p:ph type="body" sz="quarter" idx="21"/>
          </p:nvPr>
        </p:nvSpPr>
        <p:spPr>
          <a:xfrm>
            <a:off x="609602" y="4910328"/>
            <a:ext cx="5510631" cy="630165"/>
          </a:xfrm>
          <a:prstGeom prst="rect">
            <a:avLst/>
          </a:prstGeom>
        </p:spPr>
        <p:txBody>
          <a:bodyPr>
            <a:normAutofit/>
          </a:bodyPr>
          <a:lstStyle>
            <a:lvl1pPr>
              <a:lnSpc>
                <a:spcPts val="1000"/>
              </a:lnSpc>
              <a:spcBef>
                <a:spcPts val="0"/>
              </a:spcBef>
              <a:tabLst>
                <a:tab pos="2222500" algn="l"/>
              </a:tabLst>
              <a:defRPr sz="1000" spc="-25">
                <a:solidFill>
                  <a:schemeClr val="tx1"/>
                </a:solidFill>
              </a:defRPr>
            </a:lvl1pPr>
          </a:lstStyle>
          <a:p>
            <a:r>
              <a:t>Presentation subtitle goes here.</a:t>
            </a:r>
          </a:p>
        </p:txBody>
      </p:sp>
      <p:pic>
        <p:nvPicPr>
          <p:cNvPr id="3" name="Picture 7">
            <a:extLst>
              <a:ext uri="{FF2B5EF4-FFF2-40B4-BE49-F238E27FC236}">
                <a16:creationId xmlns:a16="http://schemas.microsoft.com/office/drawing/2014/main" id="{DF75D65C-6E89-48CD-712F-5608CCBA4DA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2" y="463370"/>
            <a:ext cx="1402076" cy="457198"/>
          </a:xfrm>
          <a:prstGeom prst="rect">
            <a:avLst/>
          </a:prstGeom>
        </p:spPr>
      </p:pic>
      <p:sp>
        <p:nvSpPr>
          <p:cNvPr id="4" name="TextBox 3">
            <a:extLst>
              <a:ext uri="{FF2B5EF4-FFF2-40B4-BE49-F238E27FC236}">
                <a16:creationId xmlns:a16="http://schemas.microsoft.com/office/drawing/2014/main" id="{8B034A6D-5A47-9A2F-B96C-8835BD3ECCA1}"/>
              </a:ext>
            </a:extLst>
          </p:cNvPr>
          <p:cNvSpPr txBox="1"/>
          <p:nvPr userDrawn="1"/>
        </p:nvSpPr>
        <p:spPr>
          <a:xfrm>
            <a:off x="609602" y="5896947"/>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2">
                    <a:lumMod val="75000"/>
                  </a:schemeClr>
                </a:solidFill>
              </a:rPr>
              <a:t>© 2026 UiPath, Inc. All rights reserved.</a:t>
            </a:r>
          </a:p>
          <a:p>
            <a:pPr algn="l"/>
            <a:r>
              <a:rPr lang="en-US" sz="800" dirty="0">
                <a:solidFill>
                  <a:schemeClr val="bg2">
                    <a:lumMod val="75000"/>
                  </a:schemeClr>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4063067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One Speaker-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06C4-9D9A-0CEC-CCAF-2A2D5F1B0899}"/>
              </a:ext>
            </a:extLst>
          </p:cNvPr>
          <p:cNvSpPr>
            <a:spLocks noGrp="1"/>
          </p:cNvSpPr>
          <p:nvPr>
            <p:ph type="title" hasCustomPrompt="1"/>
          </p:nvPr>
        </p:nvSpPr>
        <p:spPr>
          <a:xfrm>
            <a:off x="609600" y="2414134"/>
            <a:ext cx="5003800" cy="1014866"/>
          </a:xfrm>
        </p:spPr>
        <p:txBody>
          <a:bodyPr anchor="ctr">
            <a:noAutofit/>
          </a:bodyPr>
          <a:lstStyle>
            <a:lvl1pPr>
              <a:defRPr sz="8000" b="1" i="0" spc="-150" baseline="0">
                <a:latin typeface="Arial" panose="020B0604020202020204" pitchFamily="34" charset="0"/>
                <a:cs typeface="Arial" panose="020B0604020202020204" pitchFamily="34" charset="0"/>
              </a:defRPr>
            </a:lvl1pPr>
          </a:lstStyle>
          <a:p>
            <a:r>
              <a:rPr lang="en-US" dirty="0"/>
              <a:t>Click to add title</a:t>
            </a:r>
          </a:p>
        </p:txBody>
      </p:sp>
      <p:sp>
        <p:nvSpPr>
          <p:cNvPr id="15" name="Picture Placeholder 14">
            <a:extLst>
              <a:ext uri="{FF2B5EF4-FFF2-40B4-BE49-F238E27FC236}">
                <a16:creationId xmlns:a16="http://schemas.microsoft.com/office/drawing/2014/main" id="{B989B780-4E34-2459-5DD7-243F25DBCF5D}"/>
              </a:ext>
            </a:extLst>
          </p:cNvPr>
          <p:cNvSpPr>
            <a:spLocks noGrp="1"/>
          </p:cNvSpPr>
          <p:nvPr>
            <p:ph type="pic" sz="quarter" idx="12"/>
          </p:nvPr>
        </p:nvSpPr>
        <p:spPr>
          <a:xfrm>
            <a:off x="6096000" y="836676"/>
            <a:ext cx="5184648" cy="5184648"/>
          </a:xfrm>
          <a:custGeom>
            <a:avLst/>
            <a:gdLst>
              <a:gd name="connsiteX0" fmla="*/ 451104 w 5184648"/>
              <a:gd name="connsiteY0" fmla="*/ 0 h 5184648"/>
              <a:gd name="connsiteX1" fmla="*/ 5184648 w 5184648"/>
              <a:gd name="connsiteY1" fmla="*/ 0 h 5184648"/>
              <a:gd name="connsiteX2" fmla="*/ 5184648 w 5184648"/>
              <a:gd name="connsiteY2" fmla="*/ 4282313 h 5184648"/>
              <a:gd name="connsiteX3" fmla="*/ 4733544 w 5184648"/>
              <a:gd name="connsiteY3" fmla="*/ 4282313 h 5184648"/>
              <a:gd name="connsiteX4" fmla="*/ 4733544 w 5184648"/>
              <a:gd name="connsiteY4" fmla="*/ 4733417 h 5184648"/>
              <a:gd name="connsiteX5" fmla="*/ 5184648 w 5184648"/>
              <a:gd name="connsiteY5" fmla="*/ 4733417 h 5184648"/>
              <a:gd name="connsiteX6" fmla="*/ 5184648 w 5184648"/>
              <a:gd name="connsiteY6" fmla="*/ 5184648 h 5184648"/>
              <a:gd name="connsiteX7" fmla="*/ 4733544 w 5184648"/>
              <a:gd name="connsiteY7" fmla="*/ 5184648 h 5184648"/>
              <a:gd name="connsiteX8" fmla="*/ 4733544 w 5184648"/>
              <a:gd name="connsiteY8" fmla="*/ 4733544 h 5184648"/>
              <a:gd name="connsiteX9" fmla="*/ 4282440 w 5184648"/>
              <a:gd name="connsiteY9" fmla="*/ 4733544 h 5184648"/>
              <a:gd name="connsiteX10" fmla="*/ 4282440 w 5184648"/>
              <a:gd name="connsiteY10" fmla="*/ 5184648 h 5184648"/>
              <a:gd name="connsiteX11" fmla="*/ 0 w 5184648"/>
              <a:gd name="connsiteY11" fmla="*/ 5184648 h 5184648"/>
              <a:gd name="connsiteX12" fmla="*/ 0 w 5184648"/>
              <a:gd name="connsiteY12" fmla="*/ 451104 h 5184648"/>
              <a:gd name="connsiteX13" fmla="*/ 451104 w 5184648"/>
              <a:gd name="connsiteY13" fmla="*/ 451104 h 51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4648" h="5184648">
                <a:moveTo>
                  <a:pt x="451104" y="0"/>
                </a:moveTo>
                <a:lnTo>
                  <a:pt x="5184648" y="0"/>
                </a:lnTo>
                <a:lnTo>
                  <a:pt x="5184648" y="4282313"/>
                </a:lnTo>
                <a:lnTo>
                  <a:pt x="4733544" y="4282313"/>
                </a:lnTo>
                <a:lnTo>
                  <a:pt x="4733544" y="4733417"/>
                </a:lnTo>
                <a:lnTo>
                  <a:pt x="5184648" y="4733417"/>
                </a:lnTo>
                <a:lnTo>
                  <a:pt x="5184648" y="5184648"/>
                </a:lnTo>
                <a:lnTo>
                  <a:pt x="4733544" y="5184648"/>
                </a:lnTo>
                <a:lnTo>
                  <a:pt x="4733544" y="4733544"/>
                </a:lnTo>
                <a:lnTo>
                  <a:pt x="4282440" y="4733544"/>
                </a:lnTo>
                <a:lnTo>
                  <a:pt x="4282440" y="5184648"/>
                </a:lnTo>
                <a:lnTo>
                  <a:pt x="0" y="5184648"/>
                </a:lnTo>
                <a:lnTo>
                  <a:pt x="0" y="451104"/>
                </a:lnTo>
                <a:lnTo>
                  <a:pt x="451104" y="451104"/>
                </a:lnTo>
                <a:close/>
              </a:path>
            </a:pathLst>
          </a:custGeom>
        </p:spPr>
        <p:txBody>
          <a:bodyPr wrap="square">
            <a:noAutofit/>
          </a:bodyPr>
          <a:lstStyle/>
          <a:p>
            <a:r>
              <a:rPr lang="en-GB" dirty="0"/>
              <a:t>Click icon to add picture</a:t>
            </a:r>
            <a:endParaRPr lang="en-US" dirty="0"/>
          </a:p>
        </p:txBody>
      </p:sp>
      <p:sp>
        <p:nvSpPr>
          <p:cNvPr id="6" name="Text Placeholder 5">
            <a:extLst>
              <a:ext uri="{FF2B5EF4-FFF2-40B4-BE49-F238E27FC236}">
                <a16:creationId xmlns:a16="http://schemas.microsoft.com/office/drawing/2014/main" id="{4EEDFA70-EAAE-836F-FE6C-677FFDA21DF7}"/>
              </a:ext>
            </a:extLst>
          </p:cNvPr>
          <p:cNvSpPr>
            <a:spLocks noGrp="1"/>
          </p:cNvSpPr>
          <p:nvPr>
            <p:ph type="body" sz="quarter" idx="13" hasCustomPrompt="1"/>
          </p:nvPr>
        </p:nvSpPr>
        <p:spPr>
          <a:xfrm>
            <a:off x="609600" y="3601185"/>
            <a:ext cx="5003800" cy="430331"/>
          </a:xfrm>
        </p:spPr>
        <p:txBody>
          <a:bodyPr anchor="ctr">
            <a:normAutofit/>
          </a:bodyPr>
          <a:lstStyle>
            <a:lvl1pPr marL="0" indent="0">
              <a:buNone/>
              <a:defRPr sz="32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Text Placeholder 5">
            <a:extLst>
              <a:ext uri="{FF2B5EF4-FFF2-40B4-BE49-F238E27FC236}">
                <a16:creationId xmlns:a16="http://schemas.microsoft.com/office/drawing/2014/main" id="{966CB046-3633-4438-7782-8401F06780C2}"/>
              </a:ext>
            </a:extLst>
          </p:cNvPr>
          <p:cNvSpPr>
            <a:spLocks noGrp="1"/>
          </p:cNvSpPr>
          <p:nvPr>
            <p:ph type="body" sz="quarter" idx="14" hasCustomPrompt="1"/>
          </p:nvPr>
        </p:nvSpPr>
        <p:spPr>
          <a:xfrm>
            <a:off x="609600" y="4063089"/>
            <a:ext cx="5003800" cy="293922"/>
          </a:xfrm>
        </p:spPr>
        <p:txBody>
          <a:bodyPr anchor="ctr">
            <a:normAutofit/>
          </a:bodyPr>
          <a:lstStyle>
            <a:lvl1pPr marL="0" indent="0">
              <a:buNone/>
              <a:defRPr sz="18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4" name="Rectangle 26">
            <a:extLst>
              <a:ext uri="{FF2B5EF4-FFF2-40B4-BE49-F238E27FC236}">
                <a16:creationId xmlns:a16="http://schemas.microsoft.com/office/drawing/2014/main" id="{CF00DCC9-80D5-77D2-2C42-2EE1871F6AA8}"/>
              </a:ext>
            </a:extLst>
          </p:cNvPr>
          <p:cNvSpPr/>
          <p:nvPr userDrawn="1"/>
        </p:nvSpPr>
        <p:spPr>
          <a:xfrm>
            <a:off x="501" y="6761480"/>
            <a:ext cx="12191499"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5" name="Picture 7">
            <a:extLst>
              <a:ext uri="{FF2B5EF4-FFF2-40B4-BE49-F238E27FC236}">
                <a16:creationId xmlns:a16="http://schemas.microsoft.com/office/drawing/2014/main" id="{93428B1B-1BC3-AA79-B32D-19C53D0319A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2" y="5900063"/>
            <a:ext cx="1402076" cy="457198"/>
          </a:xfrm>
          <a:prstGeom prst="rect">
            <a:avLst/>
          </a:prstGeom>
        </p:spPr>
      </p:pic>
    </p:spTree>
    <p:extLst>
      <p:ext uri="{BB962C8B-B14F-4D97-AF65-F5344CB8AC3E}">
        <p14:creationId xmlns:p14="http://schemas.microsoft.com/office/powerpoint/2010/main" val="2010805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Speakers-white">
    <p:bg>
      <p:bgPr>
        <a:solidFill>
          <a:schemeClr val="bg1"/>
        </a:solidFill>
        <a:effectLst/>
      </p:bgPr>
    </p:bg>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498DD797-078E-56E4-FAAA-D080D22746AC}"/>
              </a:ext>
            </a:extLst>
          </p:cNvPr>
          <p:cNvSpPr>
            <a:spLocks noGrp="1"/>
          </p:cNvSpPr>
          <p:nvPr>
            <p:ph type="pic" sz="quarter" idx="12"/>
          </p:nvPr>
        </p:nvSpPr>
        <p:spPr>
          <a:xfrm>
            <a:off x="7717537" y="0"/>
            <a:ext cx="4471416" cy="3429000"/>
          </a:xfrm>
          <a:custGeom>
            <a:avLst/>
            <a:gdLst>
              <a:gd name="connsiteX0" fmla="*/ 596681 w 4471416"/>
              <a:gd name="connsiteY0" fmla="*/ 298207 h 3429000"/>
              <a:gd name="connsiteX1" fmla="*/ 596681 w 4471416"/>
              <a:gd name="connsiteY1" fmla="*/ 598210 h 3429000"/>
              <a:gd name="connsiteX2" fmla="*/ 896684 w 4471416"/>
              <a:gd name="connsiteY2" fmla="*/ 598210 h 3429000"/>
              <a:gd name="connsiteX3" fmla="*/ 896684 w 4471416"/>
              <a:gd name="connsiteY3" fmla="*/ 298207 h 3429000"/>
              <a:gd name="connsiteX4" fmla="*/ 600007 w 4471416"/>
              <a:gd name="connsiteY4" fmla="*/ 0 h 3429000"/>
              <a:gd name="connsiteX5" fmla="*/ 4471416 w 4471416"/>
              <a:gd name="connsiteY5" fmla="*/ 0 h 3429000"/>
              <a:gd name="connsiteX6" fmla="*/ 4471416 w 4471416"/>
              <a:gd name="connsiteY6" fmla="*/ 3429000 h 3429000"/>
              <a:gd name="connsiteX7" fmla="*/ 4461762 w 4471416"/>
              <a:gd name="connsiteY7" fmla="*/ 3429000 h 3429000"/>
              <a:gd name="connsiteX8" fmla="*/ 4461762 w 4471416"/>
              <a:gd name="connsiteY8" fmla="*/ 3146539 h 3429000"/>
              <a:gd name="connsiteX9" fmla="*/ 3866920 w 4471416"/>
              <a:gd name="connsiteY9" fmla="*/ 3146539 h 3429000"/>
              <a:gd name="connsiteX10" fmla="*/ 3866920 w 4471416"/>
              <a:gd name="connsiteY10" fmla="*/ 2845980 h 3429000"/>
              <a:gd name="connsiteX11" fmla="*/ 4166923 w 4471416"/>
              <a:gd name="connsiteY11" fmla="*/ 2845980 h 3429000"/>
              <a:gd name="connsiteX12" fmla="*/ 4166923 w 4471416"/>
              <a:gd name="connsiteY12" fmla="*/ 2545977 h 3429000"/>
              <a:gd name="connsiteX13" fmla="*/ 3866920 w 4471416"/>
              <a:gd name="connsiteY13" fmla="*/ 2545977 h 3429000"/>
              <a:gd name="connsiteX14" fmla="*/ 3866920 w 4471416"/>
              <a:gd name="connsiteY14" fmla="*/ 2844646 h 3429000"/>
              <a:gd name="connsiteX15" fmla="*/ 3598648 w 4471416"/>
              <a:gd name="connsiteY15" fmla="*/ 2844646 h 3429000"/>
              <a:gd name="connsiteX16" fmla="*/ 3598648 w 4471416"/>
              <a:gd name="connsiteY16" fmla="*/ 2545977 h 3429000"/>
              <a:gd name="connsiteX17" fmla="*/ 0 w 4471416"/>
              <a:gd name="connsiteY17" fmla="*/ 2545977 h 3429000"/>
              <a:gd name="connsiteX18" fmla="*/ 0 w 4471416"/>
              <a:gd name="connsiteY18" fmla="*/ 296412 h 3429000"/>
              <a:gd name="connsiteX19" fmla="*/ 600007 w 4471416"/>
              <a:gd name="connsiteY19" fmla="*/ 296412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429000">
                <a:moveTo>
                  <a:pt x="596681" y="298207"/>
                </a:moveTo>
                <a:lnTo>
                  <a:pt x="596681" y="598210"/>
                </a:lnTo>
                <a:lnTo>
                  <a:pt x="896684" y="598210"/>
                </a:lnTo>
                <a:lnTo>
                  <a:pt x="896684" y="298207"/>
                </a:lnTo>
                <a:close/>
                <a:moveTo>
                  <a:pt x="600007" y="0"/>
                </a:moveTo>
                <a:lnTo>
                  <a:pt x="4471416" y="0"/>
                </a:lnTo>
                <a:lnTo>
                  <a:pt x="4471416" y="3429000"/>
                </a:lnTo>
                <a:lnTo>
                  <a:pt x="4461762" y="3429000"/>
                </a:lnTo>
                <a:lnTo>
                  <a:pt x="4461762" y="3146539"/>
                </a:lnTo>
                <a:lnTo>
                  <a:pt x="3866920" y="3146539"/>
                </a:lnTo>
                <a:lnTo>
                  <a:pt x="3866920" y="2845980"/>
                </a:lnTo>
                <a:lnTo>
                  <a:pt x="4166923" y="2845980"/>
                </a:lnTo>
                <a:lnTo>
                  <a:pt x="4166923" y="2545977"/>
                </a:lnTo>
                <a:lnTo>
                  <a:pt x="3866920" y="2545977"/>
                </a:lnTo>
                <a:lnTo>
                  <a:pt x="3866920" y="2844646"/>
                </a:lnTo>
                <a:lnTo>
                  <a:pt x="3598648" y="2844646"/>
                </a:lnTo>
                <a:lnTo>
                  <a:pt x="3598648" y="2545977"/>
                </a:lnTo>
                <a:lnTo>
                  <a:pt x="0" y="2545977"/>
                </a:lnTo>
                <a:lnTo>
                  <a:pt x="0" y="296412"/>
                </a:lnTo>
                <a:lnTo>
                  <a:pt x="600007" y="296412"/>
                </a:lnTo>
                <a:close/>
              </a:path>
            </a:pathLst>
          </a:custGeom>
        </p:spPr>
        <p:txBody>
          <a:bodyPr wrap="square">
            <a:noAutofit/>
          </a:bodyPr>
          <a:lstStyle>
            <a:lvl1pPr marL="0" indent="0">
              <a:buNone/>
              <a:defRPr/>
            </a:lvl1pPr>
          </a:lstStyle>
          <a:p>
            <a:r>
              <a:rPr lang="en-GB" dirty="0"/>
              <a:t>Click icon to add picture</a:t>
            </a:r>
            <a:endParaRPr lang="en-US" dirty="0"/>
          </a:p>
        </p:txBody>
      </p:sp>
      <p:sp>
        <p:nvSpPr>
          <p:cNvPr id="34" name="Picture Placeholder 33">
            <a:extLst>
              <a:ext uri="{FF2B5EF4-FFF2-40B4-BE49-F238E27FC236}">
                <a16:creationId xmlns:a16="http://schemas.microsoft.com/office/drawing/2014/main" id="{607DB825-7559-54E7-CAEC-C04E31E7F0AB}"/>
              </a:ext>
            </a:extLst>
          </p:cNvPr>
          <p:cNvSpPr>
            <a:spLocks noGrp="1"/>
          </p:cNvSpPr>
          <p:nvPr>
            <p:ph type="pic" sz="quarter" idx="13"/>
          </p:nvPr>
        </p:nvSpPr>
        <p:spPr>
          <a:xfrm>
            <a:off x="7717537" y="3429000"/>
            <a:ext cx="4471416" cy="3160398"/>
          </a:xfrm>
          <a:custGeom>
            <a:avLst/>
            <a:gdLst>
              <a:gd name="connsiteX0" fmla="*/ 596681 w 4471416"/>
              <a:gd name="connsiteY0" fmla="*/ 312066 h 3160398"/>
              <a:gd name="connsiteX1" fmla="*/ 596681 w 4471416"/>
              <a:gd name="connsiteY1" fmla="*/ 612069 h 3160398"/>
              <a:gd name="connsiteX2" fmla="*/ 896684 w 4471416"/>
              <a:gd name="connsiteY2" fmla="*/ 612069 h 3160398"/>
              <a:gd name="connsiteX3" fmla="*/ 896684 w 4471416"/>
              <a:gd name="connsiteY3" fmla="*/ 312066 h 3160398"/>
              <a:gd name="connsiteX4" fmla="*/ 597787 w 4471416"/>
              <a:gd name="connsiteY4" fmla="*/ 0 h 3160398"/>
              <a:gd name="connsiteX5" fmla="*/ 4471416 w 4471416"/>
              <a:gd name="connsiteY5" fmla="*/ 0 h 3160398"/>
              <a:gd name="connsiteX6" fmla="*/ 4471416 w 4471416"/>
              <a:gd name="connsiteY6" fmla="*/ 3160398 h 3160398"/>
              <a:gd name="connsiteX7" fmla="*/ 3890161 w 4471416"/>
              <a:gd name="connsiteY7" fmla="*/ 3160398 h 3160398"/>
              <a:gd name="connsiteX8" fmla="*/ 3890161 w 4471416"/>
              <a:gd name="connsiteY8" fmla="*/ 2859839 h 3160398"/>
              <a:gd name="connsiteX9" fmla="*/ 4190164 w 4471416"/>
              <a:gd name="connsiteY9" fmla="*/ 2859839 h 3160398"/>
              <a:gd name="connsiteX10" fmla="*/ 4190164 w 4471416"/>
              <a:gd name="connsiteY10" fmla="*/ 2559836 h 3160398"/>
              <a:gd name="connsiteX11" fmla="*/ 3890161 w 4471416"/>
              <a:gd name="connsiteY11" fmla="*/ 2559836 h 3160398"/>
              <a:gd name="connsiteX12" fmla="*/ 3890161 w 4471416"/>
              <a:gd name="connsiteY12" fmla="*/ 2858505 h 3160398"/>
              <a:gd name="connsiteX13" fmla="*/ 3598648 w 4471416"/>
              <a:gd name="connsiteY13" fmla="*/ 2858505 h 3160398"/>
              <a:gd name="connsiteX14" fmla="*/ 3598648 w 4471416"/>
              <a:gd name="connsiteY14" fmla="*/ 2558438 h 3160398"/>
              <a:gd name="connsiteX15" fmla="*/ 0 w 4471416"/>
              <a:gd name="connsiteY15" fmla="*/ 2558438 h 3160398"/>
              <a:gd name="connsiteX16" fmla="*/ 0 w 4471416"/>
              <a:gd name="connsiteY16" fmla="*/ 310271 h 3160398"/>
              <a:gd name="connsiteX17" fmla="*/ 600007 w 4471416"/>
              <a:gd name="connsiteY17" fmla="*/ 310271 h 3160398"/>
              <a:gd name="connsiteX18" fmla="*/ 600007 w 4471416"/>
              <a:gd name="connsiteY18" fmla="*/ 13859 h 3160398"/>
              <a:gd name="connsiteX19" fmla="*/ 597787 w 4471416"/>
              <a:gd name="connsiteY19" fmla="*/ 13859 h 3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160398">
                <a:moveTo>
                  <a:pt x="596681" y="312066"/>
                </a:moveTo>
                <a:lnTo>
                  <a:pt x="596681" y="612069"/>
                </a:lnTo>
                <a:lnTo>
                  <a:pt x="896684" y="612069"/>
                </a:lnTo>
                <a:lnTo>
                  <a:pt x="896684" y="312066"/>
                </a:lnTo>
                <a:close/>
                <a:moveTo>
                  <a:pt x="597787" y="0"/>
                </a:moveTo>
                <a:lnTo>
                  <a:pt x="4471416" y="0"/>
                </a:lnTo>
                <a:lnTo>
                  <a:pt x="4471416" y="3160398"/>
                </a:lnTo>
                <a:lnTo>
                  <a:pt x="3890161" y="3160398"/>
                </a:lnTo>
                <a:lnTo>
                  <a:pt x="3890161" y="2859839"/>
                </a:lnTo>
                <a:lnTo>
                  <a:pt x="4190164" y="2859839"/>
                </a:lnTo>
                <a:lnTo>
                  <a:pt x="4190164" y="2559836"/>
                </a:lnTo>
                <a:lnTo>
                  <a:pt x="3890161" y="2559836"/>
                </a:lnTo>
                <a:lnTo>
                  <a:pt x="3890161" y="2858505"/>
                </a:lnTo>
                <a:lnTo>
                  <a:pt x="3598648" y="2858505"/>
                </a:lnTo>
                <a:lnTo>
                  <a:pt x="3598648" y="2558438"/>
                </a:lnTo>
                <a:lnTo>
                  <a:pt x="0" y="2558438"/>
                </a:lnTo>
                <a:lnTo>
                  <a:pt x="0" y="310271"/>
                </a:lnTo>
                <a:lnTo>
                  <a:pt x="600007" y="310271"/>
                </a:lnTo>
                <a:lnTo>
                  <a:pt x="600007" y="13859"/>
                </a:lnTo>
                <a:lnTo>
                  <a:pt x="597787" y="13859"/>
                </a:lnTo>
                <a:close/>
              </a:path>
            </a:pathLst>
          </a:custGeom>
        </p:spPr>
        <p:txBody>
          <a:bodyPr wrap="square">
            <a:noAutofit/>
          </a:bodyPr>
          <a:lstStyle>
            <a:lvl1pPr marL="0" indent="0">
              <a:buNone/>
              <a:defRPr/>
            </a:lvl1pPr>
          </a:lstStyle>
          <a:p>
            <a:r>
              <a:rPr lang="en-GB" dirty="0"/>
              <a:t>Click icon to add picture</a:t>
            </a:r>
            <a:endParaRPr lang="en-US" dirty="0"/>
          </a:p>
        </p:txBody>
      </p:sp>
      <p:sp>
        <p:nvSpPr>
          <p:cNvPr id="4" name="Text Placeholder 5">
            <a:extLst>
              <a:ext uri="{FF2B5EF4-FFF2-40B4-BE49-F238E27FC236}">
                <a16:creationId xmlns:a16="http://schemas.microsoft.com/office/drawing/2014/main" id="{6A747CD2-977A-C2B6-435C-39268A8098FD}"/>
              </a:ext>
            </a:extLst>
          </p:cNvPr>
          <p:cNvSpPr>
            <a:spLocks noGrp="1"/>
          </p:cNvSpPr>
          <p:nvPr>
            <p:ph type="body" sz="quarter" idx="14" hasCustomPrompt="1"/>
          </p:nvPr>
        </p:nvSpPr>
        <p:spPr>
          <a:xfrm>
            <a:off x="7717537" y="2659717"/>
            <a:ext cx="3483863" cy="355645"/>
          </a:xfrm>
        </p:spPr>
        <p:txBody>
          <a:bodyPr anchor="ctr">
            <a:normAutofit/>
          </a:bodyPr>
          <a:lstStyle>
            <a:lvl1pPr marL="0" indent="0">
              <a:buNone/>
              <a:defRPr sz="18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611B188B-0B3A-3512-4453-59389A5C9512}"/>
              </a:ext>
            </a:extLst>
          </p:cNvPr>
          <p:cNvSpPr>
            <a:spLocks noGrp="1"/>
          </p:cNvSpPr>
          <p:nvPr>
            <p:ph type="body" sz="quarter" idx="15" hasCustomPrompt="1"/>
          </p:nvPr>
        </p:nvSpPr>
        <p:spPr>
          <a:xfrm>
            <a:off x="7717537" y="3033584"/>
            <a:ext cx="3483863" cy="242911"/>
          </a:xfrm>
        </p:spPr>
        <p:txBody>
          <a:bodyPr anchor="ctr">
            <a:normAutofit/>
          </a:bodyPr>
          <a:lstStyle>
            <a:lvl1pPr marL="0" indent="0">
              <a:buNone/>
              <a:defRPr sz="14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9" name="Text Placeholder 5">
            <a:extLst>
              <a:ext uri="{FF2B5EF4-FFF2-40B4-BE49-F238E27FC236}">
                <a16:creationId xmlns:a16="http://schemas.microsoft.com/office/drawing/2014/main" id="{D771B411-20B0-D167-A8BA-702B7F1C0304}"/>
              </a:ext>
            </a:extLst>
          </p:cNvPr>
          <p:cNvSpPr>
            <a:spLocks noGrp="1"/>
          </p:cNvSpPr>
          <p:nvPr>
            <p:ph type="body" sz="quarter" idx="16" hasCustomPrompt="1"/>
          </p:nvPr>
        </p:nvSpPr>
        <p:spPr>
          <a:xfrm>
            <a:off x="7717537" y="6088717"/>
            <a:ext cx="3483863" cy="355645"/>
          </a:xfrm>
        </p:spPr>
        <p:txBody>
          <a:bodyPr anchor="ctr">
            <a:normAutofit/>
          </a:bodyPr>
          <a:lstStyle>
            <a:lvl1pPr marL="0" indent="0">
              <a:buNone/>
              <a:defRPr sz="18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0" name="Text Placeholder 5">
            <a:extLst>
              <a:ext uri="{FF2B5EF4-FFF2-40B4-BE49-F238E27FC236}">
                <a16:creationId xmlns:a16="http://schemas.microsoft.com/office/drawing/2014/main" id="{BE4E45B5-2B3B-EFFB-75C0-9B5491F50FF4}"/>
              </a:ext>
            </a:extLst>
          </p:cNvPr>
          <p:cNvSpPr>
            <a:spLocks noGrp="1"/>
          </p:cNvSpPr>
          <p:nvPr>
            <p:ph type="body" sz="quarter" idx="17" hasCustomPrompt="1"/>
          </p:nvPr>
        </p:nvSpPr>
        <p:spPr>
          <a:xfrm>
            <a:off x="7717537" y="6462584"/>
            <a:ext cx="3483863" cy="242911"/>
          </a:xfrm>
        </p:spPr>
        <p:txBody>
          <a:bodyPr anchor="ctr">
            <a:normAutofit/>
          </a:bodyPr>
          <a:lstStyle>
            <a:lvl1pPr marL="0" indent="0">
              <a:buNone/>
              <a:defRPr sz="1400" spc="0"/>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 name="Rectangle 26">
            <a:extLst>
              <a:ext uri="{FF2B5EF4-FFF2-40B4-BE49-F238E27FC236}">
                <a16:creationId xmlns:a16="http://schemas.microsoft.com/office/drawing/2014/main" id="{043161F1-95BB-0C3A-2FE5-F311F9F33CED}"/>
              </a:ext>
            </a:extLst>
          </p:cNvPr>
          <p:cNvSpPr/>
          <p:nvPr userDrawn="1"/>
        </p:nvSpPr>
        <p:spPr>
          <a:xfrm>
            <a:off x="501" y="6761480"/>
            <a:ext cx="12191499"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6" name="Title 1">
            <a:extLst>
              <a:ext uri="{FF2B5EF4-FFF2-40B4-BE49-F238E27FC236}">
                <a16:creationId xmlns:a16="http://schemas.microsoft.com/office/drawing/2014/main" id="{A9DD9072-F37A-FF8E-7B96-042813868F92}"/>
              </a:ext>
            </a:extLst>
          </p:cNvPr>
          <p:cNvSpPr>
            <a:spLocks noGrp="1"/>
          </p:cNvSpPr>
          <p:nvPr>
            <p:ph type="title" hasCustomPrompt="1"/>
          </p:nvPr>
        </p:nvSpPr>
        <p:spPr>
          <a:xfrm>
            <a:off x="609600" y="2647606"/>
            <a:ext cx="5003800" cy="1014866"/>
          </a:xfrm>
        </p:spPr>
        <p:txBody>
          <a:bodyPr anchor="ctr">
            <a:noAutofit/>
          </a:bodyPr>
          <a:lstStyle>
            <a:lvl1pPr>
              <a:defRPr sz="8000" b="1" i="0" spc="-150" baseline="0">
                <a:latin typeface="Arial" panose="020B0604020202020204" pitchFamily="34" charset="0"/>
                <a:cs typeface="Arial" panose="020B0604020202020204" pitchFamily="34" charset="0"/>
              </a:defRPr>
            </a:lvl1pPr>
          </a:lstStyle>
          <a:p>
            <a:r>
              <a:rPr lang="en-US" dirty="0"/>
              <a:t>Click to add title</a:t>
            </a:r>
          </a:p>
        </p:txBody>
      </p:sp>
      <p:pic>
        <p:nvPicPr>
          <p:cNvPr id="3" name="Picture 7">
            <a:extLst>
              <a:ext uri="{FF2B5EF4-FFF2-40B4-BE49-F238E27FC236}">
                <a16:creationId xmlns:a16="http://schemas.microsoft.com/office/drawing/2014/main" id="{870134B7-3721-937D-67AF-4602FC8359C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2" y="5900063"/>
            <a:ext cx="1402076" cy="457198"/>
          </a:xfrm>
          <a:prstGeom prst="rect">
            <a:avLst/>
          </a:prstGeom>
        </p:spPr>
      </p:pic>
    </p:spTree>
    <p:extLst>
      <p:ext uri="{BB962C8B-B14F-4D97-AF65-F5344CB8AC3E}">
        <p14:creationId xmlns:p14="http://schemas.microsoft.com/office/powerpoint/2010/main" val="3349628233"/>
      </p:ext>
    </p:extLst>
  </p:cSld>
  <p:clrMapOvr>
    <a:masterClrMapping/>
  </p:clrMapOvr>
  <p:extLst>
    <p:ext uri="{DCECCB84-F9BA-43D5-87BE-67443E8EF086}">
      <p15:sldGuideLst xmlns:p15="http://schemas.microsoft.com/office/powerpoint/2012/main">
        <p15:guide id="1" pos="3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Ten Topic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hasCustomPrompt="1"/>
          </p:nvPr>
        </p:nvSpPr>
        <p:spPr/>
        <p:txBody>
          <a:bodyPr/>
          <a:lstStyle>
            <a:lvl1pPr>
              <a:defRPr/>
            </a:lvl1pPr>
          </a:lstStyle>
          <a:p>
            <a:r>
              <a:rPr lang="en-US" dirty="0"/>
              <a:t>Click to add title</a:t>
            </a:r>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99" y="1322388"/>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99" y="2348800"/>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99" y="3375212"/>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99" y="4401624"/>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5210" y="1322388"/>
            <a:ext cx="4232466" cy="786384"/>
          </a:xfrm>
        </p:spPr>
        <p:txBody>
          <a:bodyPr anchor="ctr">
            <a:noAutofit/>
          </a:bodyPr>
          <a:lstStyle>
            <a:lvl1pPr marL="0" indent="0">
              <a:buNone/>
              <a:defRPr sz="2000" spc="0"/>
            </a:lvl1pPr>
          </a:lstStyle>
          <a:p>
            <a:r>
              <a:rPr lang="en-US" dirty="0"/>
              <a:t>Click to add agenda or list item; ## at left is editable.</a:t>
            </a:r>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5210" y="2348800"/>
            <a:ext cx="4232466" cy="786384"/>
          </a:xfrm>
        </p:spPr>
        <p:txBody>
          <a:bodyPr anchor="ctr">
            <a:noAutofit/>
          </a:bodyPr>
          <a:lstStyle>
            <a:lvl1pPr marL="0" indent="0">
              <a:buNone/>
              <a:defRPr sz="2000" spc="0"/>
            </a:lvl1pPr>
          </a:lstStyle>
          <a:p>
            <a:r>
              <a:rPr lang="en-US" dirty="0"/>
              <a:t>Click to add text</a:t>
            </a:r>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5210" y="3375212"/>
            <a:ext cx="4232466" cy="786384"/>
          </a:xfrm>
        </p:spPr>
        <p:txBody>
          <a:bodyPr anchor="ctr">
            <a:noAutofit/>
          </a:bodyPr>
          <a:lstStyle>
            <a:lvl1pPr marL="0" indent="0">
              <a:buNone/>
              <a:defRPr sz="2000" spc="0"/>
            </a:lvl1pPr>
          </a:lstStyle>
          <a:p>
            <a:r>
              <a:rPr lang="en-US" dirty="0"/>
              <a:t>Click to add text</a:t>
            </a:r>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5210" y="5428038"/>
            <a:ext cx="4232466" cy="786384"/>
          </a:xfrm>
        </p:spPr>
        <p:txBody>
          <a:bodyPr anchor="ctr">
            <a:noAutofit/>
          </a:bodyPr>
          <a:lstStyle>
            <a:lvl1pPr marL="0" indent="0">
              <a:buNone/>
              <a:defRPr sz="2000" spc="0"/>
            </a:lvl1pPr>
          </a:lstStyle>
          <a:p>
            <a:r>
              <a:rPr lang="en-US" dirty="0"/>
              <a:t>Click to add text</a:t>
            </a:r>
          </a:p>
        </p:txBody>
      </p:sp>
      <p:sp>
        <p:nvSpPr>
          <p:cNvPr id="3" name="Text Placeholder 5">
            <a:extLst>
              <a:ext uri="{FF2B5EF4-FFF2-40B4-BE49-F238E27FC236}">
                <a16:creationId xmlns:a16="http://schemas.microsoft.com/office/drawing/2014/main" id="{7ED5867F-C3D5-3F42-E4EF-3E02F4E2E055}"/>
              </a:ext>
            </a:extLst>
          </p:cNvPr>
          <p:cNvSpPr>
            <a:spLocks noGrp="1"/>
          </p:cNvSpPr>
          <p:nvPr>
            <p:ph type="body" sz="quarter" idx="18" hasCustomPrompt="1"/>
          </p:nvPr>
        </p:nvSpPr>
        <p:spPr>
          <a:xfrm>
            <a:off x="381099" y="5428038"/>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4" name="Text Placeholder 10">
            <a:extLst>
              <a:ext uri="{FF2B5EF4-FFF2-40B4-BE49-F238E27FC236}">
                <a16:creationId xmlns:a16="http://schemas.microsoft.com/office/drawing/2014/main" id="{4BB7BC48-C500-2C01-33F8-9168C5E7F928}"/>
              </a:ext>
            </a:extLst>
          </p:cNvPr>
          <p:cNvSpPr>
            <a:spLocks noGrp="1"/>
          </p:cNvSpPr>
          <p:nvPr>
            <p:ph type="body" sz="quarter" idx="19" hasCustomPrompt="1"/>
          </p:nvPr>
        </p:nvSpPr>
        <p:spPr>
          <a:xfrm>
            <a:off x="1575210" y="4401624"/>
            <a:ext cx="4232466" cy="786384"/>
          </a:xfrm>
        </p:spPr>
        <p:txBody>
          <a:bodyPr anchor="ctr">
            <a:noAutofit/>
          </a:bodyPr>
          <a:lstStyle>
            <a:lvl1pPr marL="0" indent="0">
              <a:buNone/>
              <a:defRPr sz="2000" spc="0"/>
            </a:lvl1pPr>
          </a:lstStyle>
          <a:p>
            <a:r>
              <a:rPr lang="en-US" dirty="0"/>
              <a:t>Click to add text</a:t>
            </a:r>
          </a:p>
        </p:txBody>
      </p:sp>
      <p:sp>
        <p:nvSpPr>
          <p:cNvPr id="33" name="Text Placeholder 5">
            <a:extLst>
              <a:ext uri="{FF2B5EF4-FFF2-40B4-BE49-F238E27FC236}">
                <a16:creationId xmlns:a16="http://schemas.microsoft.com/office/drawing/2014/main" id="{D3786B00-3544-5C3A-F913-77BEA5354C8B}"/>
              </a:ext>
            </a:extLst>
          </p:cNvPr>
          <p:cNvSpPr>
            <a:spLocks noGrp="1"/>
          </p:cNvSpPr>
          <p:nvPr>
            <p:ph type="body" sz="quarter" idx="20" hasCustomPrompt="1"/>
          </p:nvPr>
        </p:nvSpPr>
        <p:spPr>
          <a:xfrm>
            <a:off x="6386483" y="1322388"/>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34" name="Text Placeholder 5">
            <a:extLst>
              <a:ext uri="{FF2B5EF4-FFF2-40B4-BE49-F238E27FC236}">
                <a16:creationId xmlns:a16="http://schemas.microsoft.com/office/drawing/2014/main" id="{B49CF4EB-C719-6BBC-210E-FC4181B1D6A9}"/>
              </a:ext>
            </a:extLst>
          </p:cNvPr>
          <p:cNvSpPr>
            <a:spLocks noGrp="1"/>
          </p:cNvSpPr>
          <p:nvPr>
            <p:ph type="body" sz="quarter" idx="21" hasCustomPrompt="1"/>
          </p:nvPr>
        </p:nvSpPr>
        <p:spPr>
          <a:xfrm>
            <a:off x="6386483" y="2348800"/>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35" name="Text Placeholder 5">
            <a:extLst>
              <a:ext uri="{FF2B5EF4-FFF2-40B4-BE49-F238E27FC236}">
                <a16:creationId xmlns:a16="http://schemas.microsoft.com/office/drawing/2014/main" id="{600AF3BB-A50C-E8E7-05B3-567C5552DBF6}"/>
              </a:ext>
            </a:extLst>
          </p:cNvPr>
          <p:cNvSpPr>
            <a:spLocks noGrp="1"/>
          </p:cNvSpPr>
          <p:nvPr>
            <p:ph type="body" sz="quarter" idx="22" hasCustomPrompt="1"/>
          </p:nvPr>
        </p:nvSpPr>
        <p:spPr>
          <a:xfrm>
            <a:off x="6386483" y="3375212"/>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36" name="Text Placeholder 5">
            <a:extLst>
              <a:ext uri="{FF2B5EF4-FFF2-40B4-BE49-F238E27FC236}">
                <a16:creationId xmlns:a16="http://schemas.microsoft.com/office/drawing/2014/main" id="{2303A804-7733-D272-C36E-C08586FF65AB}"/>
              </a:ext>
            </a:extLst>
          </p:cNvPr>
          <p:cNvSpPr>
            <a:spLocks noGrp="1"/>
          </p:cNvSpPr>
          <p:nvPr>
            <p:ph type="body" sz="quarter" idx="23" hasCustomPrompt="1"/>
          </p:nvPr>
        </p:nvSpPr>
        <p:spPr>
          <a:xfrm>
            <a:off x="6386483" y="4401624"/>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37" name="Text Placeholder 10">
            <a:extLst>
              <a:ext uri="{FF2B5EF4-FFF2-40B4-BE49-F238E27FC236}">
                <a16:creationId xmlns:a16="http://schemas.microsoft.com/office/drawing/2014/main" id="{3B0D31D7-9231-8F2D-DC0C-309EC6852E68}"/>
              </a:ext>
            </a:extLst>
          </p:cNvPr>
          <p:cNvSpPr>
            <a:spLocks noGrp="1"/>
          </p:cNvSpPr>
          <p:nvPr>
            <p:ph type="body" sz="quarter" idx="24" hasCustomPrompt="1"/>
          </p:nvPr>
        </p:nvSpPr>
        <p:spPr>
          <a:xfrm>
            <a:off x="7580594" y="1322388"/>
            <a:ext cx="4232466" cy="786384"/>
          </a:xfrm>
        </p:spPr>
        <p:txBody>
          <a:bodyPr anchor="ctr">
            <a:noAutofit/>
          </a:bodyPr>
          <a:lstStyle>
            <a:lvl1pPr marL="0" indent="0">
              <a:buNone/>
              <a:defRPr sz="2000" spc="0"/>
            </a:lvl1pPr>
          </a:lstStyle>
          <a:p>
            <a:r>
              <a:rPr lang="en-US" dirty="0"/>
              <a:t>Click to add text</a:t>
            </a:r>
          </a:p>
        </p:txBody>
      </p:sp>
      <p:sp>
        <p:nvSpPr>
          <p:cNvPr id="38" name="Text Placeholder 10">
            <a:extLst>
              <a:ext uri="{FF2B5EF4-FFF2-40B4-BE49-F238E27FC236}">
                <a16:creationId xmlns:a16="http://schemas.microsoft.com/office/drawing/2014/main" id="{743F4806-F853-D743-6E31-A85F86E7F5B0}"/>
              </a:ext>
            </a:extLst>
          </p:cNvPr>
          <p:cNvSpPr>
            <a:spLocks noGrp="1"/>
          </p:cNvSpPr>
          <p:nvPr>
            <p:ph type="body" sz="quarter" idx="25" hasCustomPrompt="1"/>
          </p:nvPr>
        </p:nvSpPr>
        <p:spPr>
          <a:xfrm>
            <a:off x="7580594" y="2348800"/>
            <a:ext cx="4232466" cy="786384"/>
          </a:xfrm>
        </p:spPr>
        <p:txBody>
          <a:bodyPr anchor="ctr">
            <a:noAutofit/>
          </a:bodyPr>
          <a:lstStyle>
            <a:lvl1pPr marL="0" indent="0">
              <a:buNone/>
              <a:defRPr sz="2000" spc="0"/>
            </a:lvl1pPr>
          </a:lstStyle>
          <a:p>
            <a:r>
              <a:rPr lang="en-US" dirty="0"/>
              <a:t>Click to add text</a:t>
            </a:r>
          </a:p>
        </p:txBody>
      </p:sp>
      <p:sp>
        <p:nvSpPr>
          <p:cNvPr id="39" name="Text Placeholder 10">
            <a:extLst>
              <a:ext uri="{FF2B5EF4-FFF2-40B4-BE49-F238E27FC236}">
                <a16:creationId xmlns:a16="http://schemas.microsoft.com/office/drawing/2014/main" id="{1064F175-90F5-DD52-6F97-1EBCF6808C4D}"/>
              </a:ext>
            </a:extLst>
          </p:cNvPr>
          <p:cNvSpPr>
            <a:spLocks noGrp="1"/>
          </p:cNvSpPr>
          <p:nvPr>
            <p:ph type="body" sz="quarter" idx="26" hasCustomPrompt="1"/>
          </p:nvPr>
        </p:nvSpPr>
        <p:spPr>
          <a:xfrm>
            <a:off x="7580594" y="3375212"/>
            <a:ext cx="4232466" cy="786384"/>
          </a:xfrm>
        </p:spPr>
        <p:txBody>
          <a:bodyPr anchor="ctr">
            <a:noAutofit/>
          </a:bodyPr>
          <a:lstStyle>
            <a:lvl1pPr marL="0" indent="0">
              <a:buNone/>
              <a:defRPr sz="2000" spc="0"/>
            </a:lvl1pPr>
          </a:lstStyle>
          <a:p>
            <a:r>
              <a:rPr lang="en-US" dirty="0"/>
              <a:t>Click to add text</a:t>
            </a:r>
          </a:p>
        </p:txBody>
      </p:sp>
      <p:sp>
        <p:nvSpPr>
          <p:cNvPr id="40" name="Text Placeholder 10">
            <a:extLst>
              <a:ext uri="{FF2B5EF4-FFF2-40B4-BE49-F238E27FC236}">
                <a16:creationId xmlns:a16="http://schemas.microsoft.com/office/drawing/2014/main" id="{E8518DCC-95A3-C5A9-DC0F-651267311958}"/>
              </a:ext>
            </a:extLst>
          </p:cNvPr>
          <p:cNvSpPr>
            <a:spLocks noGrp="1"/>
          </p:cNvSpPr>
          <p:nvPr>
            <p:ph type="body" sz="quarter" idx="27" hasCustomPrompt="1"/>
          </p:nvPr>
        </p:nvSpPr>
        <p:spPr>
          <a:xfrm>
            <a:off x="7580594" y="5428038"/>
            <a:ext cx="4232466" cy="786384"/>
          </a:xfrm>
        </p:spPr>
        <p:txBody>
          <a:bodyPr anchor="ctr">
            <a:noAutofit/>
          </a:bodyPr>
          <a:lstStyle>
            <a:lvl1pPr marL="0" indent="0">
              <a:buNone/>
              <a:defRPr sz="2000" spc="0"/>
            </a:lvl1pPr>
          </a:lstStyle>
          <a:p>
            <a:r>
              <a:rPr lang="en-US" dirty="0"/>
              <a:t>Click to add text</a:t>
            </a:r>
          </a:p>
        </p:txBody>
      </p:sp>
      <p:sp>
        <p:nvSpPr>
          <p:cNvPr id="41" name="Text Placeholder 5">
            <a:extLst>
              <a:ext uri="{FF2B5EF4-FFF2-40B4-BE49-F238E27FC236}">
                <a16:creationId xmlns:a16="http://schemas.microsoft.com/office/drawing/2014/main" id="{8A43D721-A2F4-7827-E514-26B05F9B45C5}"/>
              </a:ext>
            </a:extLst>
          </p:cNvPr>
          <p:cNvSpPr>
            <a:spLocks noGrp="1"/>
          </p:cNvSpPr>
          <p:nvPr>
            <p:ph type="body" sz="quarter" idx="28" hasCustomPrompt="1"/>
          </p:nvPr>
        </p:nvSpPr>
        <p:spPr>
          <a:xfrm>
            <a:off x="6386483" y="5428038"/>
            <a:ext cx="838418" cy="782262"/>
          </a:xfrm>
          <a:prstGeom prst="rect">
            <a:avLst/>
          </a:prstGeom>
          <a:noFill/>
        </p:spPr>
        <p:txBody>
          <a:bodyPr anchor="ctr">
            <a:noAutofit/>
          </a:bodyPr>
          <a:lstStyle>
            <a:lvl1pPr marL="0" indent="0" algn="ctr">
              <a:buNone/>
              <a:defRPr sz="3600" b="1" i="0" spc="-150">
                <a:solidFill>
                  <a:schemeClr val="accent1"/>
                </a:solidFill>
                <a:latin typeface="Arial Black" panose="020B0604020202020204" pitchFamily="34" charset="0"/>
                <a:cs typeface="Arial Black" panose="020B0604020202020204" pitchFamily="34" charset="0"/>
              </a:defRPr>
            </a:lvl1pPr>
          </a:lstStyle>
          <a:p>
            <a:pPr lvl="0"/>
            <a:r>
              <a:rPr lang="en-US" dirty="0"/>
              <a:t>##</a:t>
            </a:r>
          </a:p>
        </p:txBody>
      </p:sp>
      <p:sp>
        <p:nvSpPr>
          <p:cNvPr id="42" name="Text Placeholder 10">
            <a:extLst>
              <a:ext uri="{FF2B5EF4-FFF2-40B4-BE49-F238E27FC236}">
                <a16:creationId xmlns:a16="http://schemas.microsoft.com/office/drawing/2014/main" id="{C5A3108E-259D-2A27-34D2-6A1EA6B1B8E1}"/>
              </a:ext>
            </a:extLst>
          </p:cNvPr>
          <p:cNvSpPr>
            <a:spLocks noGrp="1"/>
          </p:cNvSpPr>
          <p:nvPr>
            <p:ph type="body" sz="quarter" idx="29" hasCustomPrompt="1"/>
          </p:nvPr>
        </p:nvSpPr>
        <p:spPr>
          <a:xfrm>
            <a:off x="7580594" y="4401624"/>
            <a:ext cx="4232466" cy="786384"/>
          </a:xfrm>
        </p:spPr>
        <p:txBody>
          <a:bodyPr anchor="ctr">
            <a:noAutofit/>
          </a:bodyPr>
          <a:lstStyle>
            <a:lvl1pPr marL="0" indent="0">
              <a:buNone/>
              <a:defRPr sz="2000" spc="0"/>
            </a:lvl1pPr>
          </a:lstStyle>
          <a:p>
            <a:r>
              <a:rPr lang="en-US" dirty="0"/>
              <a:t>Click to add text</a:t>
            </a:r>
          </a:p>
        </p:txBody>
      </p:sp>
      <p:sp>
        <p:nvSpPr>
          <p:cNvPr id="5" name="Slide Number Placeholder 4">
            <a:extLst>
              <a:ext uri="{FF2B5EF4-FFF2-40B4-BE49-F238E27FC236}">
                <a16:creationId xmlns:a16="http://schemas.microsoft.com/office/drawing/2014/main" id="{498E8538-CC55-5C19-7A53-3BBBA7501FF2}"/>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278830891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Topic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tx1"/>
                </a:solidFill>
              </a:defRPr>
            </a:lvl1pPr>
          </a:lstStyle>
          <a:p>
            <a:r>
              <a:rPr lang="en-US" dirty="0"/>
              <a:t>Click to add title</a:t>
            </a:r>
          </a:p>
        </p:txBody>
      </p:sp>
      <p:sp>
        <p:nvSpPr>
          <p:cNvPr id="16" name="Text Placeholder 5">
            <a:extLst>
              <a:ext uri="{FF2B5EF4-FFF2-40B4-BE49-F238E27FC236}">
                <a16:creationId xmlns:a16="http://schemas.microsoft.com/office/drawing/2014/main" id="{D978F29F-2A5F-D709-A046-DAFCF617678C}"/>
              </a:ext>
            </a:extLst>
          </p:cNvPr>
          <p:cNvSpPr>
            <a:spLocks noGrp="1"/>
          </p:cNvSpPr>
          <p:nvPr>
            <p:ph type="body" sz="quarter" idx="13" hasCustomPrompt="1"/>
          </p:nvPr>
        </p:nvSpPr>
        <p:spPr>
          <a:xfrm>
            <a:off x="381000" y="2908060"/>
            <a:ext cx="2523744" cy="3102157"/>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r>
              <a:rPr lang="en-US" dirty="0"/>
              <a:t>Add text here; number above is editable.  Use number format 01, 02, etc.</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AFCC4D41-5ABD-BFFF-1214-BC8B78670885}"/>
              </a:ext>
            </a:extLst>
          </p:cNvPr>
          <p:cNvSpPr>
            <a:spLocks noGrp="1"/>
          </p:cNvSpPr>
          <p:nvPr>
            <p:ph type="body" sz="quarter" idx="14" hasCustomPrompt="1"/>
          </p:nvPr>
        </p:nvSpPr>
        <p:spPr>
          <a:xfrm>
            <a:off x="3349752" y="2908060"/>
            <a:ext cx="2523744" cy="3102157"/>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06359C36-DD63-0BAE-4FFE-8DC4243A42FD}"/>
              </a:ext>
            </a:extLst>
          </p:cNvPr>
          <p:cNvSpPr>
            <a:spLocks noGrp="1"/>
          </p:cNvSpPr>
          <p:nvPr>
            <p:ph type="body" sz="quarter" idx="15" hasCustomPrompt="1"/>
          </p:nvPr>
        </p:nvSpPr>
        <p:spPr>
          <a:xfrm>
            <a:off x="6318504" y="2908060"/>
            <a:ext cx="2523744" cy="3102157"/>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93244C3F-EB26-094B-BF32-315C079BBA2B}"/>
              </a:ext>
            </a:extLst>
          </p:cNvPr>
          <p:cNvSpPr>
            <a:spLocks noGrp="1"/>
          </p:cNvSpPr>
          <p:nvPr>
            <p:ph type="body" sz="quarter" idx="16" hasCustomPrompt="1"/>
          </p:nvPr>
        </p:nvSpPr>
        <p:spPr>
          <a:xfrm>
            <a:off x="9287255" y="2908060"/>
            <a:ext cx="2523744" cy="3102157"/>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11">
            <a:extLst>
              <a:ext uri="{FF2B5EF4-FFF2-40B4-BE49-F238E27FC236}">
                <a16:creationId xmlns:a16="http://schemas.microsoft.com/office/drawing/2014/main" id="{D20E8D51-D2EE-930A-4C37-4AAF259C59DB}"/>
              </a:ext>
            </a:extLst>
          </p:cNvPr>
          <p:cNvSpPr>
            <a:spLocks noGrp="1"/>
          </p:cNvSpPr>
          <p:nvPr>
            <p:ph type="body" sz="quarter" idx="17" hasCustomPrompt="1"/>
          </p:nvPr>
        </p:nvSpPr>
        <p:spPr>
          <a:xfrm>
            <a:off x="381000" y="1543250"/>
            <a:ext cx="2523745" cy="1327843"/>
          </a:xfrm>
        </p:spPr>
        <p:txBody>
          <a:bodyPr wrap="square" lIns="0" anchor="b" anchorCtr="0">
            <a:noAutofit/>
          </a:bodyPr>
          <a:lstStyle>
            <a:lvl1pPr marL="0" indent="0">
              <a:buNone/>
              <a:defRPr sz="8600" b="1" i="0" spc="-1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r>
              <a:rPr lang="en-US" dirty="0"/>
              <a:t>##</a:t>
            </a:r>
          </a:p>
        </p:txBody>
      </p:sp>
      <p:sp>
        <p:nvSpPr>
          <p:cNvPr id="7" name="Text Placeholder 11">
            <a:extLst>
              <a:ext uri="{FF2B5EF4-FFF2-40B4-BE49-F238E27FC236}">
                <a16:creationId xmlns:a16="http://schemas.microsoft.com/office/drawing/2014/main" id="{B7C53936-8680-708D-3DFB-A9D44CF46EFF}"/>
              </a:ext>
            </a:extLst>
          </p:cNvPr>
          <p:cNvSpPr>
            <a:spLocks noGrp="1"/>
          </p:cNvSpPr>
          <p:nvPr>
            <p:ph type="body" sz="quarter" idx="18" hasCustomPrompt="1"/>
          </p:nvPr>
        </p:nvSpPr>
        <p:spPr>
          <a:xfrm>
            <a:off x="3349752" y="1543250"/>
            <a:ext cx="2523745" cy="1327843"/>
          </a:xfrm>
        </p:spPr>
        <p:txBody>
          <a:bodyPr wrap="square" lIns="0" anchor="b" anchorCtr="0">
            <a:noAutofit/>
          </a:bodyPr>
          <a:lstStyle>
            <a:lvl1pPr marL="0" indent="0">
              <a:buNone/>
              <a:defRPr sz="8600" b="1" i="0" spc="-1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8" name="Text Placeholder 11">
            <a:extLst>
              <a:ext uri="{FF2B5EF4-FFF2-40B4-BE49-F238E27FC236}">
                <a16:creationId xmlns:a16="http://schemas.microsoft.com/office/drawing/2014/main" id="{2C7F86B1-9D3F-7041-5C0C-861686B41BB1}"/>
              </a:ext>
            </a:extLst>
          </p:cNvPr>
          <p:cNvSpPr>
            <a:spLocks noGrp="1"/>
          </p:cNvSpPr>
          <p:nvPr>
            <p:ph type="body" sz="quarter" idx="19" hasCustomPrompt="1"/>
          </p:nvPr>
        </p:nvSpPr>
        <p:spPr>
          <a:xfrm>
            <a:off x="6319289" y="1543250"/>
            <a:ext cx="2523745" cy="1327843"/>
          </a:xfrm>
        </p:spPr>
        <p:txBody>
          <a:bodyPr wrap="square" lIns="0" anchor="b" anchorCtr="0">
            <a:noAutofit/>
          </a:bodyPr>
          <a:lstStyle>
            <a:lvl1pPr marL="0" indent="0">
              <a:buNone/>
              <a:defRPr sz="8600" b="1" i="0" spc="-1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11" name="Text Placeholder 11">
            <a:extLst>
              <a:ext uri="{FF2B5EF4-FFF2-40B4-BE49-F238E27FC236}">
                <a16:creationId xmlns:a16="http://schemas.microsoft.com/office/drawing/2014/main" id="{105BFE26-F03E-A400-1A61-EBB99F202572}"/>
              </a:ext>
            </a:extLst>
          </p:cNvPr>
          <p:cNvSpPr>
            <a:spLocks noGrp="1"/>
          </p:cNvSpPr>
          <p:nvPr>
            <p:ph type="body" sz="quarter" idx="20" hasCustomPrompt="1"/>
          </p:nvPr>
        </p:nvSpPr>
        <p:spPr>
          <a:xfrm>
            <a:off x="9288826" y="1543250"/>
            <a:ext cx="2523745" cy="1327843"/>
          </a:xfrm>
        </p:spPr>
        <p:txBody>
          <a:bodyPr wrap="square" lIns="0" anchor="b" anchorCtr="0">
            <a:noAutofit/>
          </a:bodyPr>
          <a:lstStyle>
            <a:lvl1pPr marL="0" indent="0">
              <a:buNone/>
              <a:defRPr sz="8600" b="1" i="0" spc="-1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3" name="Slide Number Placeholder 4">
            <a:extLst>
              <a:ext uri="{FF2B5EF4-FFF2-40B4-BE49-F238E27FC236}">
                <a16:creationId xmlns:a16="http://schemas.microsoft.com/office/drawing/2014/main" id="{6000AFE1-7DA1-C75A-7727-71F01F790BF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973020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Slide-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4961744"/>
            <a:ext cx="8829198" cy="924710"/>
          </a:xfrm>
        </p:spPr>
        <p:txBody>
          <a:bodyPr anchor="b">
            <a:noAutofit/>
          </a:bodyPr>
          <a:lstStyle>
            <a:lvl1pPr algn="l">
              <a:defRPr sz="300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5934077"/>
            <a:ext cx="8829198" cy="342900"/>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3" name="Text Placeholder 11">
            <a:extLst>
              <a:ext uri="{FF2B5EF4-FFF2-40B4-BE49-F238E27FC236}">
                <a16:creationId xmlns:a16="http://schemas.microsoft.com/office/drawing/2014/main" id="{B7E74FEA-39CD-808A-C76E-456383CF3223}"/>
              </a:ext>
            </a:extLst>
          </p:cNvPr>
          <p:cNvSpPr>
            <a:spLocks noGrp="1"/>
          </p:cNvSpPr>
          <p:nvPr>
            <p:ph type="body" sz="quarter" idx="10" hasCustomPrompt="1"/>
          </p:nvPr>
        </p:nvSpPr>
        <p:spPr>
          <a:xfrm>
            <a:off x="546020" y="2973674"/>
            <a:ext cx="3169505" cy="1988070"/>
          </a:xfrm>
        </p:spPr>
        <p:txBody>
          <a:bodyPr wrap="none" lIns="0" anchor="ctr">
            <a:noAutofit/>
          </a:bodyPr>
          <a:lstStyle>
            <a:lvl1pPr marL="0" indent="0">
              <a:buNone/>
              <a:defRPr sz="17500" b="1" i="0" spc="-2000" baseline="0">
                <a:solidFill>
                  <a:srgbClr val="CE340B"/>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pic>
        <p:nvPicPr>
          <p:cNvPr id="9" name="Graphic 8">
            <a:extLst>
              <a:ext uri="{FF2B5EF4-FFF2-40B4-BE49-F238E27FC236}">
                <a16:creationId xmlns:a16="http://schemas.microsoft.com/office/drawing/2014/main" id="{48137613-0E58-58D3-CFE6-AC21E2BE323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224590" y="5461000"/>
            <a:ext cx="1801706" cy="1206500"/>
          </a:xfrm>
          <a:prstGeom prst="rect">
            <a:avLst/>
          </a:prstGeom>
        </p:spPr>
      </p:pic>
      <p:sp>
        <p:nvSpPr>
          <p:cNvPr id="8" name="Rectangle">
            <a:extLst>
              <a:ext uri="{FF2B5EF4-FFF2-40B4-BE49-F238E27FC236}">
                <a16:creationId xmlns:a16="http://schemas.microsoft.com/office/drawing/2014/main" id="{9FFAF51B-59B3-409A-0469-39EDEF3324FA}"/>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4" name="Picture 6">
            <a:extLst>
              <a:ext uri="{FF2B5EF4-FFF2-40B4-BE49-F238E27FC236}">
                <a16:creationId xmlns:a16="http://schemas.microsoft.com/office/drawing/2014/main" id="{B490DDE3-28A7-6E13-06AC-740A5D0B2B7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912943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Slide-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4961744"/>
            <a:ext cx="8829198" cy="924710"/>
          </a:xfrm>
        </p:spPr>
        <p:txBody>
          <a:bodyPr anchor="b">
            <a:noAutofit/>
          </a:bodyPr>
          <a:lstStyle>
            <a:lvl1pPr algn="l">
              <a:defRPr sz="300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5934077"/>
            <a:ext cx="8829198" cy="342900"/>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3" name="Text Placeholder 11">
            <a:extLst>
              <a:ext uri="{FF2B5EF4-FFF2-40B4-BE49-F238E27FC236}">
                <a16:creationId xmlns:a16="http://schemas.microsoft.com/office/drawing/2014/main" id="{B7E74FEA-39CD-808A-C76E-456383CF3223}"/>
              </a:ext>
            </a:extLst>
          </p:cNvPr>
          <p:cNvSpPr>
            <a:spLocks noGrp="1"/>
          </p:cNvSpPr>
          <p:nvPr>
            <p:ph type="body" sz="quarter" idx="10" hasCustomPrompt="1"/>
          </p:nvPr>
        </p:nvSpPr>
        <p:spPr>
          <a:xfrm>
            <a:off x="546020" y="2973674"/>
            <a:ext cx="3169505" cy="1988070"/>
          </a:xfrm>
        </p:spPr>
        <p:txBody>
          <a:bodyPr wrap="none" lIns="0" anchor="ctr">
            <a:noAutofit/>
          </a:bodyPr>
          <a:lstStyle>
            <a:lvl1pPr marL="0" indent="0">
              <a:buNone/>
              <a:defRPr sz="17500" b="1" i="0" spc="-2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pic>
        <p:nvPicPr>
          <p:cNvPr id="9" name="Graphic 8">
            <a:extLst>
              <a:ext uri="{FF2B5EF4-FFF2-40B4-BE49-F238E27FC236}">
                <a16:creationId xmlns:a16="http://schemas.microsoft.com/office/drawing/2014/main" id="{48137613-0E58-58D3-CFE6-AC21E2BE323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224590" y="5461000"/>
            <a:ext cx="1801706" cy="1206500"/>
          </a:xfrm>
          <a:prstGeom prst="rect">
            <a:avLst/>
          </a:prstGeom>
        </p:spPr>
      </p:pic>
      <p:sp>
        <p:nvSpPr>
          <p:cNvPr id="8" name="Rectangle">
            <a:extLst>
              <a:ext uri="{FF2B5EF4-FFF2-40B4-BE49-F238E27FC236}">
                <a16:creationId xmlns:a16="http://schemas.microsoft.com/office/drawing/2014/main" id="{9FFAF51B-59B3-409A-0469-39EDEF3324FA}"/>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4" name="Picture 6">
            <a:extLst>
              <a:ext uri="{FF2B5EF4-FFF2-40B4-BE49-F238E27FC236}">
                <a16:creationId xmlns:a16="http://schemas.microsoft.com/office/drawing/2014/main" id="{CA522109-E78F-6FB1-C806-774EEDB7C4C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10930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4961744"/>
            <a:ext cx="8829198" cy="924710"/>
          </a:xfrm>
        </p:spPr>
        <p:txBody>
          <a:bodyPr anchor="b">
            <a:noAutofit/>
          </a:bodyPr>
          <a:lstStyle>
            <a:lvl1pPr algn="l">
              <a:defRPr sz="3000">
                <a:solidFill>
                  <a:schemeClr val="tx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5934077"/>
            <a:ext cx="8829198" cy="342900"/>
          </a:xfrm>
        </p:spPr>
        <p:txBody>
          <a:bodyPr>
            <a:noAutofit/>
          </a:bodyPr>
          <a:lstStyle>
            <a:lvl1pPr marL="0" indent="0" algn="l">
              <a:buNone/>
              <a:defRPr sz="2000"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3" name="Text Placeholder 11">
            <a:extLst>
              <a:ext uri="{FF2B5EF4-FFF2-40B4-BE49-F238E27FC236}">
                <a16:creationId xmlns:a16="http://schemas.microsoft.com/office/drawing/2014/main" id="{B7E74FEA-39CD-808A-C76E-456383CF3223}"/>
              </a:ext>
            </a:extLst>
          </p:cNvPr>
          <p:cNvSpPr>
            <a:spLocks noGrp="1"/>
          </p:cNvSpPr>
          <p:nvPr>
            <p:ph type="body" sz="quarter" idx="10" hasCustomPrompt="1"/>
          </p:nvPr>
        </p:nvSpPr>
        <p:spPr>
          <a:xfrm>
            <a:off x="546020" y="2973674"/>
            <a:ext cx="3169505" cy="1988070"/>
          </a:xfrm>
        </p:spPr>
        <p:txBody>
          <a:bodyPr wrap="none" lIns="0" anchor="ctr">
            <a:noAutofit/>
          </a:bodyPr>
          <a:lstStyle>
            <a:lvl1pPr marL="0" indent="0">
              <a:buNone/>
              <a:defRPr sz="17500" b="1" i="0" spc="-2000" baseline="0">
                <a:solidFill>
                  <a:schemeClr val="accent1"/>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5" name="Rectangle">
            <a:extLst>
              <a:ext uri="{FF2B5EF4-FFF2-40B4-BE49-F238E27FC236}">
                <a16:creationId xmlns:a16="http://schemas.microsoft.com/office/drawing/2014/main" id="{2ACFD577-3BE8-6027-7E00-D170A12F2A33}"/>
              </a:ext>
            </a:extLst>
          </p:cNvPr>
          <p:cNvSpPr/>
          <p:nvPr userDrawn="1"/>
        </p:nvSpPr>
        <p:spPr>
          <a:xfrm>
            <a:off x="165702" y="190500"/>
            <a:ext cx="11860596" cy="6477001"/>
          </a:xfrm>
          <a:prstGeom prst="rect">
            <a:avLst/>
          </a:prstGeom>
          <a:noFill/>
          <a:ln>
            <a:solidFill>
              <a:schemeClr val="accent1"/>
            </a:solidFill>
            <a:miter lim="400000"/>
          </a:ln>
        </p:spPr>
        <p:txBody>
          <a:bodyPr tIns="91439" bIns="91439" anchor="ctr"/>
          <a:lstStyle/>
          <a:p>
            <a:pPr algn="ctr">
              <a:lnSpc>
                <a:spcPct val="100000"/>
              </a:lnSpc>
              <a:defRPr sz="2800">
                <a:solidFill>
                  <a:schemeClr val="accent3"/>
                </a:solidFill>
              </a:defRPr>
            </a:pPr>
            <a:endParaRPr sz="2800">
              <a:solidFill>
                <a:schemeClr val="tx1"/>
              </a:solidFill>
            </a:endParaRPr>
          </a:p>
        </p:txBody>
      </p:sp>
      <p:pic>
        <p:nvPicPr>
          <p:cNvPr id="6" name="Graphic 5">
            <a:extLst>
              <a:ext uri="{FF2B5EF4-FFF2-40B4-BE49-F238E27FC236}">
                <a16:creationId xmlns:a16="http://schemas.microsoft.com/office/drawing/2014/main" id="{3A3D7B05-6314-85FB-C16C-C8B9F8C40C82}"/>
              </a:ext>
            </a:extLst>
          </p:cNvPr>
          <p:cNvPicPr/>
          <p:nvPr userDrawn="1"/>
        </p:nvPicPr>
        <p:blipFill>
          <a:blip>
            <a:extLst>
              <a:ext uri="{96DAC541-7B7A-43D3-8B79-37D633B846F1}">
                <asvg:svgBlip xmlns:asvg="http://schemas.microsoft.com/office/drawing/2016/SVG/main" r:embed="rId2"/>
              </a:ext>
            </a:extLst>
          </a:blip>
          <a:srcRect/>
          <a:stretch/>
        </p:blipFill>
        <p:spPr>
          <a:xfrm>
            <a:off x="10208304" y="5450094"/>
            <a:ext cx="1817992" cy="1217405"/>
          </a:xfrm>
          <a:prstGeom prst="rect">
            <a:avLst/>
          </a:prstGeom>
        </p:spPr>
      </p:pic>
      <p:pic>
        <p:nvPicPr>
          <p:cNvPr id="7" name="Picture 6">
            <a:extLst>
              <a:ext uri="{FF2B5EF4-FFF2-40B4-BE49-F238E27FC236}">
                <a16:creationId xmlns:a16="http://schemas.microsoft.com/office/drawing/2014/main" id="{C9F32003-E506-E790-8F8D-E010692075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6942725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parator Slide-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2835689"/>
            <a:ext cx="8829198" cy="1545108"/>
          </a:xfrm>
        </p:spPr>
        <p:txBody>
          <a:bodyPr anchor="b">
            <a:noAutofit/>
          </a:bodyPr>
          <a:lstStyle>
            <a:lvl1pPr algn="l">
              <a:defRPr sz="6000" spc="-15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4574120"/>
            <a:ext cx="8829198" cy="914428"/>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8" name="Picture 7">
            <a:extLst>
              <a:ext uri="{FF2B5EF4-FFF2-40B4-BE49-F238E27FC236}">
                <a16:creationId xmlns:a16="http://schemas.microsoft.com/office/drawing/2014/main" id="{35E2D0B1-B8AC-DB86-16C2-A2708552A64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132003" y="434072"/>
            <a:ext cx="1497676" cy="488372"/>
          </a:xfrm>
          <a:prstGeom prst="rect">
            <a:avLst/>
          </a:prstGeom>
        </p:spPr>
      </p:pic>
      <p:pic>
        <p:nvPicPr>
          <p:cNvPr id="5" name="Graphic 4">
            <a:extLst>
              <a:ext uri="{FF2B5EF4-FFF2-40B4-BE49-F238E27FC236}">
                <a16:creationId xmlns:a16="http://schemas.microsoft.com/office/drawing/2014/main" id="{03772072-B205-7C21-932B-312DBF3508B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65702" y="190499"/>
            <a:ext cx="1817992" cy="1217406"/>
          </a:xfrm>
          <a:prstGeom prst="rect">
            <a:avLst/>
          </a:prstGeom>
        </p:spPr>
      </p:pic>
      <p:pic>
        <p:nvPicPr>
          <p:cNvPr id="9" name="Graphic 8">
            <a:extLst>
              <a:ext uri="{FF2B5EF4-FFF2-40B4-BE49-F238E27FC236}">
                <a16:creationId xmlns:a16="http://schemas.microsoft.com/office/drawing/2014/main" id="{02D61BAA-1A85-EE43-7366-281275553EF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208304" y="5450094"/>
            <a:ext cx="1817992" cy="1217405"/>
          </a:xfrm>
          <a:prstGeom prst="rect">
            <a:avLst/>
          </a:prstGeom>
        </p:spPr>
      </p:pic>
      <p:sp>
        <p:nvSpPr>
          <p:cNvPr id="7" name="Rectangle">
            <a:extLst>
              <a:ext uri="{FF2B5EF4-FFF2-40B4-BE49-F238E27FC236}">
                <a16:creationId xmlns:a16="http://schemas.microsoft.com/office/drawing/2014/main" id="{41897A99-7B2B-711F-1F50-CFB1CB1761B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Tree>
    <p:extLst>
      <p:ext uri="{BB962C8B-B14F-4D97-AF65-F5344CB8AC3E}">
        <p14:creationId xmlns:p14="http://schemas.microsoft.com/office/powerpoint/2010/main" val="22165086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parator Slide-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2835689"/>
            <a:ext cx="8829198" cy="1545108"/>
          </a:xfrm>
        </p:spPr>
        <p:txBody>
          <a:bodyPr anchor="b">
            <a:noAutofit/>
          </a:bodyPr>
          <a:lstStyle>
            <a:lvl1pPr algn="l">
              <a:defRPr sz="6000" spc="-15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4574120"/>
            <a:ext cx="8829198" cy="914428"/>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4" name="Graphic 3">
            <a:extLst>
              <a:ext uri="{FF2B5EF4-FFF2-40B4-BE49-F238E27FC236}">
                <a16:creationId xmlns:a16="http://schemas.microsoft.com/office/drawing/2014/main" id="{E1C4BB4E-7771-0A48-1BA7-F6181460E147}"/>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65702" y="190499"/>
            <a:ext cx="1817992" cy="1217406"/>
          </a:xfrm>
          <a:prstGeom prst="rect">
            <a:avLst/>
          </a:prstGeom>
        </p:spPr>
      </p:pic>
      <p:pic>
        <p:nvPicPr>
          <p:cNvPr id="6" name="Graphic 5">
            <a:extLst>
              <a:ext uri="{FF2B5EF4-FFF2-40B4-BE49-F238E27FC236}">
                <a16:creationId xmlns:a16="http://schemas.microsoft.com/office/drawing/2014/main" id="{F6FC5821-D400-14B6-F4DB-AFAAE3FCCE2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208304" y="5450094"/>
            <a:ext cx="1817992" cy="1217405"/>
          </a:xfrm>
          <a:prstGeom prst="rect">
            <a:avLst/>
          </a:prstGeom>
        </p:spPr>
      </p:pic>
      <p:sp>
        <p:nvSpPr>
          <p:cNvPr id="10" name="Rectangle">
            <a:extLst>
              <a:ext uri="{FF2B5EF4-FFF2-40B4-BE49-F238E27FC236}">
                <a16:creationId xmlns:a16="http://schemas.microsoft.com/office/drawing/2014/main" id="{6A767FB4-BDE1-7C2F-DD81-6D0DF37321EC}"/>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5" name="Picture 7">
            <a:extLst>
              <a:ext uri="{FF2B5EF4-FFF2-40B4-BE49-F238E27FC236}">
                <a16:creationId xmlns:a16="http://schemas.microsoft.com/office/drawing/2014/main" id="{6907E20E-803F-786E-3069-5A8C38AD051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132003" y="434072"/>
            <a:ext cx="1497676" cy="488372"/>
          </a:xfrm>
          <a:prstGeom prst="rect">
            <a:avLst/>
          </a:prstGeom>
        </p:spPr>
      </p:pic>
    </p:spTree>
    <p:extLst>
      <p:ext uri="{BB962C8B-B14F-4D97-AF65-F5344CB8AC3E}">
        <p14:creationId xmlns:p14="http://schemas.microsoft.com/office/powerpoint/2010/main" val="76045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Separator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2835689"/>
            <a:ext cx="8829198" cy="1545108"/>
          </a:xfrm>
        </p:spPr>
        <p:txBody>
          <a:bodyPr anchor="b">
            <a:noAutofit/>
          </a:bodyPr>
          <a:lstStyle>
            <a:lvl1pPr algn="l">
              <a:defRPr sz="6000" spc="-150">
                <a:solidFill>
                  <a:schemeClr val="tx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4574120"/>
            <a:ext cx="8829198" cy="914428"/>
          </a:xfrm>
        </p:spPr>
        <p:txBody>
          <a:bodyPr>
            <a:noAutofit/>
          </a:bodyPr>
          <a:lstStyle>
            <a:lvl1pPr marL="0" indent="0" algn="l">
              <a:buNone/>
              <a:defRPr sz="2000"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4" name="Graphic 3">
            <a:extLst>
              <a:ext uri="{FF2B5EF4-FFF2-40B4-BE49-F238E27FC236}">
                <a16:creationId xmlns:a16="http://schemas.microsoft.com/office/drawing/2014/main" id="{26ECC792-6662-DF50-BA96-4AC7EA8C64B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65702" y="190499"/>
            <a:ext cx="1817992" cy="1217406"/>
          </a:xfrm>
          <a:prstGeom prst="rect">
            <a:avLst/>
          </a:prstGeom>
        </p:spPr>
      </p:pic>
      <p:pic>
        <p:nvPicPr>
          <p:cNvPr id="6" name="Graphic 5">
            <a:extLst>
              <a:ext uri="{FF2B5EF4-FFF2-40B4-BE49-F238E27FC236}">
                <a16:creationId xmlns:a16="http://schemas.microsoft.com/office/drawing/2014/main" id="{A3AC9CBA-D31F-F8B7-DA82-58C752184A2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208304" y="5450094"/>
            <a:ext cx="1817992" cy="1217405"/>
          </a:xfrm>
          <a:prstGeom prst="rect">
            <a:avLst/>
          </a:prstGeom>
        </p:spPr>
      </p:pic>
      <p:sp>
        <p:nvSpPr>
          <p:cNvPr id="10" name="Rectangle">
            <a:extLst>
              <a:ext uri="{FF2B5EF4-FFF2-40B4-BE49-F238E27FC236}">
                <a16:creationId xmlns:a16="http://schemas.microsoft.com/office/drawing/2014/main" id="{55754EC1-B5D7-2DB2-5373-CEB9F7FC2B82}"/>
              </a:ext>
            </a:extLst>
          </p:cNvPr>
          <p:cNvSpPr/>
          <p:nvPr userDrawn="1"/>
        </p:nvSpPr>
        <p:spPr>
          <a:xfrm>
            <a:off x="165702" y="190500"/>
            <a:ext cx="11860596" cy="6477001"/>
          </a:xfrm>
          <a:prstGeom prst="rect">
            <a:avLst/>
          </a:prstGeom>
          <a:noFill/>
          <a:ln>
            <a:solidFill>
              <a:schemeClr val="accent1"/>
            </a:solidFill>
            <a:miter lim="400000"/>
          </a:ln>
        </p:spPr>
        <p:txBody>
          <a:bodyPr tIns="91439" bIns="91439" anchor="ctr"/>
          <a:lstStyle/>
          <a:p>
            <a:pPr algn="ctr">
              <a:lnSpc>
                <a:spcPct val="100000"/>
              </a:lnSpc>
              <a:defRPr sz="2800">
                <a:solidFill>
                  <a:schemeClr val="accent3"/>
                </a:solidFill>
              </a:defRPr>
            </a:pPr>
            <a:endParaRPr sz="2800">
              <a:solidFill>
                <a:schemeClr val="tx1"/>
              </a:solidFill>
            </a:endParaRPr>
          </a:p>
        </p:txBody>
      </p:sp>
      <p:pic>
        <p:nvPicPr>
          <p:cNvPr id="5" name="Picture 7">
            <a:extLst>
              <a:ext uri="{FF2B5EF4-FFF2-40B4-BE49-F238E27FC236}">
                <a16:creationId xmlns:a16="http://schemas.microsoft.com/office/drawing/2014/main" id="{0F00826F-3AA7-20A8-4B57-A86C2861DBB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132004" y="434072"/>
            <a:ext cx="1497674" cy="488371"/>
          </a:xfrm>
          <a:prstGeom prst="rect">
            <a:avLst/>
          </a:prstGeom>
        </p:spPr>
      </p:pic>
    </p:spTree>
    <p:extLst>
      <p:ext uri="{BB962C8B-B14F-4D97-AF65-F5344CB8AC3E}">
        <p14:creationId xmlns:p14="http://schemas.microsoft.com/office/powerpoint/2010/main" val="15841654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Column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9A595-1DF8-831F-0E8F-CACAD549B13F}"/>
              </a:ext>
            </a:extLst>
          </p:cNvPr>
          <p:cNvSpPr>
            <a:spLocks noGrp="1"/>
          </p:cNvSpPr>
          <p:nvPr>
            <p:ph idx="1" hasCustomPrompt="1"/>
          </p:nvPr>
        </p:nvSpPr>
        <p:spPr>
          <a:xfrm>
            <a:off x="381000" y="1821626"/>
            <a:ext cx="10193983" cy="4619778"/>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5" name="Title 1">
            <a:extLst>
              <a:ext uri="{FF2B5EF4-FFF2-40B4-BE49-F238E27FC236}">
                <a16:creationId xmlns:a16="http://schemas.microsoft.com/office/drawing/2014/main" id="{A7570823-0086-B5AF-DE53-521BC64B81D7}"/>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7" name="Text Placeholder 8">
            <a:extLst>
              <a:ext uri="{FF2B5EF4-FFF2-40B4-BE49-F238E27FC236}">
                <a16:creationId xmlns:a16="http://schemas.microsoft.com/office/drawing/2014/main" id="{45ED6F52-F1E3-DD31-4B8F-D6B9F54DABB6}"/>
              </a:ext>
            </a:extLst>
          </p:cNvPr>
          <p:cNvSpPr>
            <a:spLocks noGrp="1"/>
          </p:cNvSpPr>
          <p:nvPr>
            <p:ph type="body" sz="quarter" idx="13" hasCustomPrompt="1"/>
          </p:nvPr>
        </p:nvSpPr>
        <p:spPr>
          <a:xfrm>
            <a:off x="381000" y="1360555"/>
            <a:ext cx="10193982" cy="361950"/>
          </a:xfrm>
        </p:spPr>
        <p:txBody>
          <a:bodyPr>
            <a:noAutofit/>
          </a:bodyPr>
          <a:lstStyle>
            <a:lvl1pPr marL="0" indent="0">
              <a:buNone/>
              <a:defRPr sz="2200" b="1" spc="0" baseline="0"/>
            </a:lvl1pPr>
          </a:lstStyle>
          <a:p>
            <a:pPr lvl="0"/>
            <a:r>
              <a:rPr lang="en-US" dirty="0"/>
              <a:t>Click to add text</a:t>
            </a:r>
          </a:p>
        </p:txBody>
      </p:sp>
    </p:spTree>
    <p:extLst>
      <p:ext uri="{BB962C8B-B14F-4D97-AF65-F5344CB8AC3E}">
        <p14:creationId xmlns:p14="http://schemas.microsoft.com/office/powerpoint/2010/main" val="1235055954"/>
      </p:ext>
    </p:extLst>
  </p:cSld>
  <p:clrMapOvr>
    <a:masterClrMapping/>
  </p:clrMapOvr>
  <p:extLst>
    <p:ext uri="{DCECCB84-F9BA-43D5-87BE-67443E8EF086}">
      <p15:sldGuideLst xmlns:p15="http://schemas.microsoft.com/office/powerpoint/2012/main">
        <p15:guide id="1" orient="horz" pos="110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2436C617-602D-6D26-8627-2A45477594B1}"/>
              </a:ext>
            </a:extLst>
          </p:cNvPr>
          <p:cNvSpPr>
            <a:spLocks noGrp="1"/>
          </p:cNvSpPr>
          <p:nvPr>
            <p:ph sz="half" idx="1" hasCustomPrompt="1"/>
          </p:nvPr>
        </p:nvSpPr>
        <p:spPr>
          <a:xfrm>
            <a:off x="381000" y="1823027"/>
            <a:ext cx="5524501" cy="3827283"/>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a:extLst>
              <a:ext uri="{FF2B5EF4-FFF2-40B4-BE49-F238E27FC236}">
                <a16:creationId xmlns:a16="http://schemas.microsoft.com/office/drawing/2014/main" id="{83BAAD7A-1842-B070-1699-D06503BBF8EC}"/>
              </a:ext>
            </a:extLst>
          </p:cNvPr>
          <p:cNvSpPr>
            <a:spLocks noGrp="1"/>
          </p:cNvSpPr>
          <p:nvPr>
            <p:ph sz="half" idx="2" hasCustomPrompt="1"/>
          </p:nvPr>
        </p:nvSpPr>
        <p:spPr>
          <a:xfrm>
            <a:off x="6286501" y="1823027"/>
            <a:ext cx="5534389" cy="3827283"/>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Slide Number Placeholder 6">
            <a:extLst>
              <a:ext uri="{FF2B5EF4-FFF2-40B4-BE49-F238E27FC236}">
                <a16:creationId xmlns:a16="http://schemas.microsoft.com/office/drawing/2014/main" id="{EDAD2AD9-0A39-15D0-98BD-74DF6725D63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9" name="Text Placeholder 8">
            <a:extLst>
              <a:ext uri="{FF2B5EF4-FFF2-40B4-BE49-F238E27FC236}">
                <a16:creationId xmlns:a16="http://schemas.microsoft.com/office/drawing/2014/main" id="{A23CA2C3-0F06-86A4-D9AA-56C03974B50B}"/>
              </a:ext>
            </a:extLst>
          </p:cNvPr>
          <p:cNvSpPr>
            <a:spLocks noGrp="1"/>
          </p:cNvSpPr>
          <p:nvPr>
            <p:ph type="body" sz="quarter" idx="13" hasCustomPrompt="1"/>
          </p:nvPr>
        </p:nvSpPr>
        <p:spPr>
          <a:xfrm>
            <a:off x="381000" y="1360555"/>
            <a:ext cx="5524500" cy="361950"/>
          </a:xfrm>
        </p:spPr>
        <p:txBody>
          <a:bodyPr>
            <a:noAutofit/>
          </a:bodyPr>
          <a:lstStyle>
            <a:lvl1pPr marL="0" indent="0">
              <a:buNone/>
              <a:defRPr sz="2200" b="1" spc="0" baseline="0"/>
            </a:lvl1pPr>
          </a:lstStyle>
          <a:p>
            <a:pPr lvl="0"/>
            <a:r>
              <a:rPr lang="en-US" dirty="0"/>
              <a:t>Click to add text</a:t>
            </a:r>
          </a:p>
        </p:txBody>
      </p:sp>
      <p:sp>
        <p:nvSpPr>
          <p:cNvPr id="10" name="Text Placeholder 8">
            <a:extLst>
              <a:ext uri="{FF2B5EF4-FFF2-40B4-BE49-F238E27FC236}">
                <a16:creationId xmlns:a16="http://schemas.microsoft.com/office/drawing/2014/main" id="{F8DAF621-99E5-197D-63DA-8AEFF4DBE12A}"/>
              </a:ext>
            </a:extLst>
          </p:cNvPr>
          <p:cNvSpPr>
            <a:spLocks noGrp="1"/>
          </p:cNvSpPr>
          <p:nvPr>
            <p:ph type="body" sz="quarter" idx="14" hasCustomPrompt="1"/>
          </p:nvPr>
        </p:nvSpPr>
        <p:spPr>
          <a:xfrm>
            <a:off x="6286502" y="1360555"/>
            <a:ext cx="5534387" cy="361950"/>
          </a:xfrm>
        </p:spPr>
        <p:txBody>
          <a:bodyPr>
            <a:noAutofit/>
          </a:bodyPr>
          <a:lstStyle>
            <a:lvl1pPr marL="0" indent="0">
              <a:buNone/>
              <a:defRPr sz="2200" b="1" spc="0" baseline="0"/>
            </a:lvl1pPr>
          </a:lstStyle>
          <a:p>
            <a:pPr lvl="0"/>
            <a:r>
              <a:rPr lang="en-US" dirty="0"/>
              <a:t>Click to add text</a:t>
            </a:r>
          </a:p>
        </p:txBody>
      </p:sp>
    </p:spTree>
    <p:extLst>
      <p:ext uri="{BB962C8B-B14F-4D97-AF65-F5344CB8AC3E}">
        <p14:creationId xmlns:p14="http://schemas.microsoft.com/office/powerpoint/2010/main" val="1668902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Content-brand-colo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p:txBody>
          <a:bodyPr/>
          <a:lstStyle/>
          <a:p>
            <a:r>
              <a:rPr lang="en-US" dirty="0"/>
              <a:t>Click to add title</a:t>
            </a:r>
          </a:p>
        </p:txBody>
      </p:sp>
      <p:sp>
        <p:nvSpPr>
          <p:cNvPr id="7" name="Slide Number Placeholder 6">
            <a:extLst>
              <a:ext uri="{FF2B5EF4-FFF2-40B4-BE49-F238E27FC236}">
                <a16:creationId xmlns:a16="http://schemas.microsoft.com/office/drawing/2014/main" id="{EDAD2AD9-0A39-15D0-98BD-74DF6725D63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9" name="Text Placeholder 8">
            <a:extLst>
              <a:ext uri="{FF2B5EF4-FFF2-40B4-BE49-F238E27FC236}">
                <a16:creationId xmlns:a16="http://schemas.microsoft.com/office/drawing/2014/main" id="{A23CA2C3-0F06-86A4-D9AA-56C03974B50B}"/>
              </a:ext>
            </a:extLst>
          </p:cNvPr>
          <p:cNvSpPr>
            <a:spLocks noGrp="1"/>
          </p:cNvSpPr>
          <p:nvPr>
            <p:ph type="body" sz="quarter" idx="13"/>
          </p:nvPr>
        </p:nvSpPr>
        <p:spPr>
          <a:xfrm>
            <a:off x="381000" y="1360555"/>
            <a:ext cx="5524500" cy="361950"/>
          </a:xfrm>
        </p:spPr>
        <p:txBody>
          <a:bodyPr>
            <a:noAutofit/>
          </a:bodyPr>
          <a:lstStyle>
            <a:lvl1pPr marL="0" indent="0">
              <a:buNone/>
              <a:defRPr sz="2200" b="1" spc="-150" baseline="0"/>
            </a:lvl1pPr>
          </a:lstStyle>
          <a:p>
            <a:pPr lvl="0"/>
            <a:endParaRPr lang="en-US" dirty="0"/>
          </a:p>
        </p:txBody>
      </p:sp>
      <p:sp>
        <p:nvSpPr>
          <p:cNvPr id="5" name="Text Placeholder 14">
            <a:extLst>
              <a:ext uri="{FF2B5EF4-FFF2-40B4-BE49-F238E27FC236}">
                <a16:creationId xmlns:a16="http://schemas.microsoft.com/office/drawing/2014/main" id="{F1671B44-AFA9-0F8C-6421-E62A9283D1E1}"/>
              </a:ext>
            </a:extLst>
          </p:cNvPr>
          <p:cNvSpPr>
            <a:spLocks noGrp="1"/>
          </p:cNvSpPr>
          <p:nvPr>
            <p:ph type="body" sz="quarter" idx="19" hasCustomPrompt="1"/>
          </p:nvPr>
        </p:nvSpPr>
        <p:spPr>
          <a:xfrm>
            <a:off x="381000" y="1360555"/>
            <a:ext cx="5524499"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6" name="Content Placeholder 2">
            <a:extLst>
              <a:ext uri="{FF2B5EF4-FFF2-40B4-BE49-F238E27FC236}">
                <a16:creationId xmlns:a16="http://schemas.microsoft.com/office/drawing/2014/main" id="{6A8AD04A-8E8C-DBC0-F6CB-00FB7E65BEE4}"/>
              </a:ext>
            </a:extLst>
          </p:cNvPr>
          <p:cNvSpPr>
            <a:spLocks noGrp="1"/>
          </p:cNvSpPr>
          <p:nvPr>
            <p:ph idx="1" hasCustomPrompt="1"/>
          </p:nvPr>
        </p:nvSpPr>
        <p:spPr>
          <a:xfrm>
            <a:off x="380999" y="1900555"/>
            <a:ext cx="5524499" cy="3749755"/>
          </a:xfrm>
          <a:solidFill>
            <a:srgbClr val="FA461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8">
            <a:extLst>
              <a:ext uri="{FF2B5EF4-FFF2-40B4-BE49-F238E27FC236}">
                <a16:creationId xmlns:a16="http://schemas.microsoft.com/office/drawing/2014/main" id="{B731BD2F-4C6A-97FE-2C56-610D6E03D81F}"/>
              </a:ext>
            </a:extLst>
          </p:cNvPr>
          <p:cNvSpPr>
            <a:spLocks noGrp="1"/>
          </p:cNvSpPr>
          <p:nvPr>
            <p:ph type="body" sz="quarter" idx="20"/>
          </p:nvPr>
        </p:nvSpPr>
        <p:spPr>
          <a:xfrm>
            <a:off x="6274577" y="1360555"/>
            <a:ext cx="5524500" cy="361950"/>
          </a:xfrm>
        </p:spPr>
        <p:txBody>
          <a:bodyPr>
            <a:noAutofit/>
          </a:bodyPr>
          <a:lstStyle>
            <a:lvl1pPr marL="0" indent="0">
              <a:buNone/>
              <a:defRPr sz="2200" b="1" spc="-150" baseline="0"/>
            </a:lvl1pPr>
          </a:lstStyle>
          <a:p>
            <a:pPr lvl="0"/>
            <a:endParaRPr lang="en-US" dirty="0"/>
          </a:p>
        </p:txBody>
      </p:sp>
      <p:sp>
        <p:nvSpPr>
          <p:cNvPr id="11" name="Text Placeholder 14">
            <a:extLst>
              <a:ext uri="{FF2B5EF4-FFF2-40B4-BE49-F238E27FC236}">
                <a16:creationId xmlns:a16="http://schemas.microsoft.com/office/drawing/2014/main" id="{9E71A952-A512-9A24-C110-C3C31E8A9912}"/>
              </a:ext>
            </a:extLst>
          </p:cNvPr>
          <p:cNvSpPr>
            <a:spLocks noGrp="1"/>
          </p:cNvSpPr>
          <p:nvPr>
            <p:ph type="body" sz="quarter" idx="21" hasCustomPrompt="1"/>
          </p:nvPr>
        </p:nvSpPr>
        <p:spPr>
          <a:xfrm>
            <a:off x="6274577" y="1360555"/>
            <a:ext cx="5524499"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Content Placeholder 2">
            <a:extLst>
              <a:ext uri="{FF2B5EF4-FFF2-40B4-BE49-F238E27FC236}">
                <a16:creationId xmlns:a16="http://schemas.microsoft.com/office/drawing/2014/main" id="{BAB07E7F-7793-C70D-9685-C48C439BA7A7}"/>
              </a:ext>
            </a:extLst>
          </p:cNvPr>
          <p:cNvSpPr>
            <a:spLocks noGrp="1"/>
          </p:cNvSpPr>
          <p:nvPr>
            <p:ph idx="22" hasCustomPrompt="1"/>
          </p:nvPr>
        </p:nvSpPr>
        <p:spPr>
          <a:xfrm>
            <a:off x="6274576" y="1900555"/>
            <a:ext cx="5524499" cy="374975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85591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Content-brand-colors">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0" y="1357736"/>
            <a:ext cx="3615397"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hasCustomPrompt="1"/>
          </p:nvPr>
        </p:nvSpPr>
        <p:spPr/>
        <p:txBody>
          <a:bodyPr/>
          <a:lstStyle/>
          <a:p>
            <a:r>
              <a:rPr lang="en-US" dirty="0"/>
              <a:t>Click to add title</a:t>
            </a:r>
          </a:p>
        </p:txBody>
      </p:sp>
      <p:sp>
        <p:nvSpPr>
          <p:cNvPr id="6" name="Content Placeholder 2">
            <a:extLst>
              <a:ext uri="{FF2B5EF4-FFF2-40B4-BE49-F238E27FC236}">
                <a16:creationId xmlns:a16="http://schemas.microsoft.com/office/drawing/2014/main" id="{A111ACB4-94FA-B33D-33AB-2FD1795BAE3B}"/>
              </a:ext>
            </a:extLst>
          </p:cNvPr>
          <p:cNvSpPr>
            <a:spLocks noGrp="1"/>
          </p:cNvSpPr>
          <p:nvPr>
            <p:ph idx="1" hasCustomPrompt="1"/>
          </p:nvPr>
        </p:nvSpPr>
        <p:spPr>
          <a:xfrm>
            <a:off x="381001" y="1897736"/>
            <a:ext cx="3615397" cy="2773649"/>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412DE955-1B49-6E3A-31EA-24CE8BC2D2C2}"/>
              </a:ext>
            </a:extLst>
          </p:cNvPr>
          <p:cNvSpPr>
            <a:spLocks noGrp="1"/>
          </p:cNvSpPr>
          <p:nvPr>
            <p:ph idx="24" hasCustomPrompt="1"/>
          </p:nvPr>
        </p:nvSpPr>
        <p:spPr>
          <a:xfrm>
            <a:off x="4270611" y="1897736"/>
            <a:ext cx="3615397" cy="2773649"/>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2">
            <a:extLst>
              <a:ext uri="{FF2B5EF4-FFF2-40B4-BE49-F238E27FC236}">
                <a16:creationId xmlns:a16="http://schemas.microsoft.com/office/drawing/2014/main" id="{93759764-A477-E70A-691C-BEE877A6BAA9}"/>
              </a:ext>
            </a:extLst>
          </p:cNvPr>
          <p:cNvSpPr>
            <a:spLocks noGrp="1"/>
          </p:cNvSpPr>
          <p:nvPr>
            <p:ph idx="25" hasCustomPrompt="1"/>
          </p:nvPr>
        </p:nvSpPr>
        <p:spPr>
          <a:xfrm>
            <a:off x="8184723" y="1897736"/>
            <a:ext cx="3615397" cy="2773649"/>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14">
            <a:extLst>
              <a:ext uri="{FF2B5EF4-FFF2-40B4-BE49-F238E27FC236}">
                <a16:creationId xmlns:a16="http://schemas.microsoft.com/office/drawing/2014/main" id="{FAB1811F-FDA0-2FB4-BDDF-4738DF47F837}"/>
              </a:ext>
            </a:extLst>
          </p:cNvPr>
          <p:cNvSpPr>
            <a:spLocks noGrp="1"/>
          </p:cNvSpPr>
          <p:nvPr>
            <p:ph type="body" sz="quarter" idx="26" hasCustomPrompt="1"/>
          </p:nvPr>
        </p:nvSpPr>
        <p:spPr>
          <a:xfrm>
            <a:off x="4270612" y="1357736"/>
            <a:ext cx="3615397"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Text Placeholder 14">
            <a:extLst>
              <a:ext uri="{FF2B5EF4-FFF2-40B4-BE49-F238E27FC236}">
                <a16:creationId xmlns:a16="http://schemas.microsoft.com/office/drawing/2014/main" id="{F1E9FE03-AE3C-2ECB-9E9E-FC69441AD704}"/>
              </a:ext>
            </a:extLst>
          </p:cNvPr>
          <p:cNvSpPr>
            <a:spLocks noGrp="1"/>
          </p:cNvSpPr>
          <p:nvPr>
            <p:ph type="body" sz="quarter" idx="27" hasCustomPrompt="1"/>
          </p:nvPr>
        </p:nvSpPr>
        <p:spPr>
          <a:xfrm>
            <a:off x="8184724" y="1357736"/>
            <a:ext cx="3615397"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9" name="Slide Number Placeholder 8">
            <a:extLst>
              <a:ext uri="{FF2B5EF4-FFF2-40B4-BE49-F238E27FC236}">
                <a16:creationId xmlns:a16="http://schemas.microsoft.com/office/drawing/2014/main" id="{DC684674-DBD5-5302-6433-B05C11527B7C}"/>
              </a:ext>
            </a:extLst>
          </p:cNvPr>
          <p:cNvSpPr>
            <a:spLocks noGrp="1"/>
          </p:cNvSpPr>
          <p:nvPr>
            <p:ph type="sldNum" sz="quarter" idx="29"/>
          </p:nvPr>
        </p:nvSpPr>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17932900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lumn Content-brand-colo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4D9F3-C7D9-43F2-953A-454ACDC677EC}"/>
              </a:ext>
            </a:extLst>
          </p:cNvPr>
          <p:cNvSpPr>
            <a:spLocks noGrp="1"/>
          </p:cNvSpPr>
          <p:nvPr>
            <p:ph type="title" hasCustomPrompt="1"/>
          </p:nvPr>
        </p:nvSpPr>
        <p:spPr/>
        <p:txBody>
          <a:bodyPr/>
          <a:lstStyle/>
          <a:p>
            <a:r>
              <a:rPr lang="en-US" dirty="0"/>
              <a:t>Click to add title</a:t>
            </a:r>
          </a:p>
        </p:txBody>
      </p:sp>
      <p:sp>
        <p:nvSpPr>
          <p:cNvPr id="3" name="Text Placeholder 14">
            <a:extLst>
              <a:ext uri="{FF2B5EF4-FFF2-40B4-BE49-F238E27FC236}">
                <a16:creationId xmlns:a16="http://schemas.microsoft.com/office/drawing/2014/main" id="{B97E6500-A8AC-8805-6A5F-5E7D20D5122D}"/>
              </a:ext>
            </a:extLst>
          </p:cNvPr>
          <p:cNvSpPr>
            <a:spLocks noGrp="1"/>
          </p:cNvSpPr>
          <p:nvPr>
            <p:ph type="body" sz="quarter" idx="29" hasCustomPrompt="1"/>
          </p:nvPr>
        </p:nvSpPr>
        <p:spPr>
          <a:xfrm>
            <a:off x="381000" y="1358914"/>
            <a:ext cx="2737695"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Content Placeholder 2">
            <a:extLst>
              <a:ext uri="{FF2B5EF4-FFF2-40B4-BE49-F238E27FC236}">
                <a16:creationId xmlns:a16="http://schemas.microsoft.com/office/drawing/2014/main" id="{F85E6E58-04D8-D517-24A3-F26A8C00DF84}"/>
              </a:ext>
            </a:extLst>
          </p:cNvPr>
          <p:cNvSpPr>
            <a:spLocks noGrp="1"/>
          </p:cNvSpPr>
          <p:nvPr>
            <p:ph idx="30" hasCustomPrompt="1"/>
          </p:nvPr>
        </p:nvSpPr>
        <p:spPr>
          <a:xfrm>
            <a:off x="380999" y="1898914"/>
            <a:ext cx="2737695" cy="4174245"/>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14">
            <a:extLst>
              <a:ext uri="{FF2B5EF4-FFF2-40B4-BE49-F238E27FC236}">
                <a16:creationId xmlns:a16="http://schemas.microsoft.com/office/drawing/2014/main" id="{5A62D0F2-E702-0BB5-7B75-26987B05A240}"/>
              </a:ext>
            </a:extLst>
          </p:cNvPr>
          <p:cNvSpPr>
            <a:spLocks noGrp="1"/>
          </p:cNvSpPr>
          <p:nvPr>
            <p:ph type="body" sz="quarter" idx="31" hasCustomPrompt="1"/>
          </p:nvPr>
        </p:nvSpPr>
        <p:spPr>
          <a:xfrm>
            <a:off x="3274326" y="1358914"/>
            <a:ext cx="2737695"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Content Placeholder 2">
            <a:extLst>
              <a:ext uri="{FF2B5EF4-FFF2-40B4-BE49-F238E27FC236}">
                <a16:creationId xmlns:a16="http://schemas.microsoft.com/office/drawing/2014/main" id="{9BF6FC88-2DF4-7B47-A4C3-7614830BEDA9}"/>
              </a:ext>
            </a:extLst>
          </p:cNvPr>
          <p:cNvSpPr>
            <a:spLocks noGrp="1"/>
          </p:cNvSpPr>
          <p:nvPr>
            <p:ph idx="32" hasCustomPrompt="1"/>
          </p:nvPr>
        </p:nvSpPr>
        <p:spPr>
          <a:xfrm>
            <a:off x="3274325" y="1898914"/>
            <a:ext cx="2737695" cy="417424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4">
            <a:extLst>
              <a:ext uri="{FF2B5EF4-FFF2-40B4-BE49-F238E27FC236}">
                <a16:creationId xmlns:a16="http://schemas.microsoft.com/office/drawing/2014/main" id="{1A8EBACF-F0CA-2700-E37B-DBF9634C9055}"/>
              </a:ext>
            </a:extLst>
          </p:cNvPr>
          <p:cNvSpPr>
            <a:spLocks noGrp="1"/>
          </p:cNvSpPr>
          <p:nvPr>
            <p:ph type="body" sz="quarter" idx="33" hasCustomPrompt="1"/>
          </p:nvPr>
        </p:nvSpPr>
        <p:spPr>
          <a:xfrm>
            <a:off x="6167652" y="1358914"/>
            <a:ext cx="2737695"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4" name="Content Placeholder 2">
            <a:extLst>
              <a:ext uri="{FF2B5EF4-FFF2-40B4-BE49-F238E27FC236}">
                <a16:creationId xmlns:a16="http://schemas.microsoft.com/office/drawing/2014/main" id="{1D609D86-B615-D29F-D8D7-EA251C67CE98}"/>
              </a:ext>
            </a:extLst>
          </p:cNvPr>
          <p:cNvSpPr>
            <a:spLocks noGrp="1"/>
          </p:cNvSpPr>
          <p:nvPr>
            <p:ph idx="34" hasCustomPrompt="1"/>
          </p:nvPr>
        </p:nvSpPr>
        <p:spPr>
          <a:xfrm>
            <a:off x="6167651" y="1898914"/>
            <a:ext cx="2737695" cy="4174245"/>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ext Placeholder 14">
            <a:extLst>
              <a:ext uri="{FF2B5EF4-FFF2-40B4-BE49-F238E27FC236}">
                <a16:creationId xmlns:a16="http://schemas.microsoft.com/office/drawing/2014/main" id="{60957F81-7F15-196D-56B0-2E7110D6F3FF}"/>
              </a:ext>
            </a:extLst>
          </p:cNvPr>
          <p:cNvSpPr>
            <a:spLocks noGrp="1"/>
          </p:cNvSpPr>
          <p:nvPr>
            <p:ph type="body" sz="quarter" idx="35" hasCustomPrompt="1"/>
          </p:nvPr>
        </p:nvSpPr>
        <p:spPr>
          <a:xfrm>
            <a:off x="9060978" y="1358914"/>
            <a:ext cx="2737695"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6" name="Content Placeholder 2">
            <a:extLst>
              <a:ext uri="{FF2B5EF4-FFF2-40B4-BE49-F238E27FC236}">
                <a16:creationId xmlns:a16="http://schemas.microsoft.com/office/drawing/2014/main" id="{197BEE44-16B9-29E3-3845-12103D4E7371}"/>
              </a:ext>
            </a:extLst>
          </p:cNvPr>
          <p:cNvSpPr>
            <a:spLocks noGrp="1"/>
          </p:cNvSpPr>
          <p:nvPr>
            <p:ph idx="36" hasCustomPrompt="1"/>
          </p:nvPr>
        </p:nvSpPr>
        <p:spPr>
          <a:xfrm>
            <a:off x="9060977" y="1898914"/>
            <a:ext cx="2737695" cy="4174245"/>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C5408723-80E2-1AAE-E66D-28C3B89D4A5A}"/>
              </a:ext>
            </a:extLst>
          </p:cNvPr>
          <p:cNvSpPr>
            <a:spLocks noGrp="1"/>
          </p:cNvSpPr>
          <p:nvPr>
            <p:ph type="sldNum" sz="quarter" idx="38"/>
          </p:nvPr>
        </p:nvSpPr>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30681367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ve Column Content-brand-colo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DFC327-60D5-4420-B53E-212D6DE4887A}"/>
              </a:ext>
            </a:extLst>
          </p:cNvPr>
          <p:cNvSpPr>
            <a:spLocks noGrp="1"/>
          </p:cNvSpPr>
          <p:nvPr>
            <p:ph type="title" hasCustomPrompt="1"/>
          </p:nvPr>
        </p:nvSpPr>
        <p:spPr/>
        <p:txBody>
          <a:bodyPr/>
          <a:lstStyle/>
          <a:p>
            <a:r>
              <a:rPr lang="en-US" dirty="0"/>
              <a:t>Click to add title</a:t>
            </a:r>
          </a:p>
        </p:txBody>
      </p:sp>
      <p:sp>
        <p:nvSpPr>
          <p:cNvPr id="5" name="Slide Number Placeholder 4">
            <a:extLst>
              <a:ext uri="{FF2B5EF4-FFF2-40B4-BE49-F238E27FC236}">
                <a16:creationId xmlns:a16="http://schemas.microsoft.com/office/drawing/2014/main" id="{8B3709E8-CE64-6D9F-DBD4-679E92CB1CB8}"/>
              </a:ext>
            </a:extLst>
          </p:cNvPr>
          <p:cNvSpPr>
            <a:spLocks noGrp="1"/>
          </p:cNvSpPr>
          <p:nvPr>
            <p:ph type="sldNum" sz="quarter" idx="33"/>
          </p:nvPr>
        </p:nvSpPr>
        <p:spPr/>
        <p:txBody>
          <a:bodyPr/>
          <a:lstStyle/>
          <a:p>
            <a:fld id="{324C0A44-AD9E-49C7-A6F8-E7DA309B6D4F}" type="slidenum">
              <a:rPr lang="en-US" smtClean="0"/>
              <a:pPr/>
              <a:t>‹#›</a:t>
            </a:fld>
            <a:endParaRPr lang="en-US" dirty="0"/>
          </a:p>
        </p:txBody>
      </p:sp>
      <p:sp>
        <p:nvSpPr>
          <p:cNvPr id="6" name="Text Placeholder 14">
            <a:extLst>
              <a:ext uri="{FF2B5EF4-FFF2-40B4-BE49-F238E27FC236}">
                <a16:creationId xmlns:a16="http://schemas.microsoft.com/office/drawing/2014/main" id="{13AA52CE-5A28-D2DF-4FD2-FC7BE274F080}"/>
              </a:ext>
            </a:extLst>
          </p:cNvPr>
          <p:cNvSpPr>
            <a:spLocks noGrp="1"/>
          </p:cNvSpPr>
          <p:nvPr>
            <p:ph type="body" sz="quarter" idx="34" hasCustomPrompt="1"/>
          </p:nvPr>
        </p:nvSpPr>
        <p:spPr>
          <a:xfrm>
            <a:off x="381001" y="1358914"/>
            <a:ext cx="2143735"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7" name="Content Placeholder 2">
            <a:extLst>
              <a:ext uri="{FF2B5EF4-FFF2-40B4-BE49-F238E27FC236}">
                <a16:creationId xmlns:a16="http://schemas.microsoft.com/office/drawing/2014/main" id="{1A2B05B6-6767-9C47-BD2A-F0F0D5EE76CB}"/>
              </a:ext>
            </a:extLst>
          </p:cNvPr>
          <p:cNvSpPr>
            <a:spLocks noGrp="1"/>
          </p:cNvSpPr>
          <p:nvPr>
            <p:ph idx="35" hasCustomPrompt="1"/>
          </p:nvPr>
        </p:nvSpPr>
        <p:spPr>
          <a:xfrm>
            <a:off x="381000" y="1898914"/>
            <a:ext cx="2143735" cy="4174245"/>
          </a:xfrm>
          <a:solidFill>
            <a:srgbClr val="FA461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14">
            <a:extLst>
              <a:ext uri="{FF2B5EF4-FFF2-40B4-BE49-F238E27FC236}">
                <a16:creationId xmlns:a16="http://schemas.microsoft.com/office/drawing/2014/main" id="{17EF30D7-B439-880F-1182-77B8BFE227F7}"/>
              </a:ext>
            </a:extLst>
          </p:cNvPr>
          <p:cNvSpPr>
            <a:spLocks noGrp="1"/>
          </p:cNvSpPr>
          <p:nvPr>
            <p:ph type="body" sz="quarter" idx="36" hasCustomPrompt="1"/>
          </p:nvPr>
        </p:nvSpPr>
        <p:spPr>
          <a:xfrm>
            <a:off x="2695971" y="1358914"/>
            <a:ext cx="2143735"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Content Placeholder 2">
            <a:extLst>
              <a:ext uri="{FF2B5EF4-FFF2-40B4-BE49-F238E27FC236}">
                <a16:creationId xmlns:a16="http://schemas.microsoft.com/office/drawing/2014/main" id="{27B9173E-6EBE-E4B8-4BAD-C6FA65B757F8}"/>
              </a:ext>
            </a:extLst>
          </p:cNvPr>
          <p:cNvSpPr>
            <a:spLocks noGrp="1"/>
          </p:cNvSpPr>
          <p:nvPr>
            <p:ph idx="37" hasCustomPrompt="1"/>
          </p:nvPr>
        </p:nvSpPr>
        <p:spPr>
          <a:xfrm>
            <a:off x="2695970" y="1898914"/>
            <a:ext cx="2143735" cy="417424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Text Placeholder 14">
            <a:extLst>
              <a:ext uri="{FF2B5EF4-FFF2-40B4-BE49-F238E27FC236}">
                <a16:creationId xmlns:a16="http://schemas.microsoft.com/office/drawing/2014/main" id="{71589F37-8CC9-F7D0-5A90-260D2F622E10}"/>
              </a:ext>
            </a:extLst>
          </p:cNvPr>
          <p:cNvSpPr>
            <a:spLocks noGrp="1"/>
          </p:cNvSpPr>
          <p:nvPr>
            <p:ph type="body" sz="quarter" idx="38" hasCustomPrompt="1"/>
          </p:nvPr>
        </p:nvSpPr>
        <p:spPr>
          <a:xfrm>
            <a:off x="5010941" y="1358914"/>
            <a:ext cx="2143735"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8" name="Content Placeholder 2">
            <a:extLst>
              <a:ext uri="{FF2B5EF4-FFF2-40B4-BE49-F238E27FC236}">
                <a16:creationId xmlns:a16="http://schemas.microsoft.com/office/drawing/2014/main" id="{3FE6A92D-016F-1EE4-EA81-F61D7CB05FA1}"/>
              </a:ext>
            </a:extLst>
          </p:cNvPr>
          <p:cNvSpPr>
            <a:spLocks noGrp="1"/>
          </p:cNvSpPr>
          <p:nvPr>
            <p:ph idx="39" hasCustomPrompt="1"/>
          </p:nvPr>
        </p:nvSpPr>
        <p:spPr>
          <a:xfrm>
            <a:off x="5010940" y="1898914"/>
            <a:ext cx="2143735" cy="4174245"/>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4" name="Text Placeholder 14">
            <a:extLst>
              <a:ext uri="{FF2B5EF4-FFF2-40B4-BE49-F238E27FC236}">
                <a16:creationId xmlns:a16="http://schemas.microsoft.com/office/drawing/2014/main" id="{9858CEFA-8EE2-84D2-A069-8A8EAC57AED5}"/>
              </a:ext>
            </a:extLst>
          </p:cNvPr>
          <p:cNvSpPr>
            <a:spLocks noGrp="1"/>
          </p:cNvSpPr>
          <p:nvPr>
            <p:ph type="body" sz="quarter" idx="40" hasCustomPrompt="1"/>
          </p:nvPr>
        </p:nvSpPr>
        <p:spPr>
          <a:xfrm>
            <a:off x="7325911" y="1358914"/>
            <a:ext cx="2143735"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Content Placeholder 2">
            <a:extLst>
              <a:ext uri="{FF2B5EF4-FFF2-40B4-BE49-F238E27FC236}">
                <a16:creationId xmlns:a16="http://schemas.microsoft.com/office/drawing/2014/main" id="{0F1E5F68-2BC9-B9D6-8B03-28E2CD8758A6}"/>
              </a:ext>
            </a:extLst>
          </p:cNvPr>
          <p:cNvSpPr>
            <a:spLocks noGrp="1"/>
          </p:cNvSpPr>
          <p:nvPr>
            <p:ph idx="41" hasCustomPrompt="1"/>
          </p:nvPr>
        </p:nvSpPr>
        <p:spPr>
          <a:xfrm>
            <a:off x="7325910" y="1898914"/>
            <a:ext cx="2143735" cy="4174245"/>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6" name="Text Placeholder 14">
            <a:extLst>
              <a:ext uri="{FF2B5EF4-FFF2-40B4-BE49-F238E27FC236}">
                <a16:creationId xmlns:a16="http://schemas.microsoft.com/office/drawing/2014/main" id="{52EFE61D-2D80-0522-AA73-5D26FD908707}"/>
              </a:ext>
            </a:extLst>
          </p:cNvPr>
          <p:cNvSpPr>
            <a:spLocks noGrp="1"/>
          </p:cNvSpPr>
          <p:nvPr>
            <p:ph type="body" sz="quarter" idx="42" hasCustomPrompt="1"/>
          </p:nvPr>
        </p:nvSpPr>
        <p:spPr>
          <a:xfrm>
            <a:off x="9657307" y="1358914"/>
            <a:ext cx="2143735" cy="540000"/>
          </a:xfrm>
          <a:solidFill>
            <a:srgbClr val="AF1450"/>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7" name="Content Placeholder 2">
            <a:extLst>
              <a:ext uri="{FF2B5EF4-FFF2-40B4-BE49-F238E27FC236}">
                <a16:creationId xmlns:a16="http://schemas.microsoft.com/office/drawing/2014/main" id="{D84036C2-BA3B-FFF1-F560-33872CF82A4C}"/>
              </a:ext>
            </a:extLst>
          </p:cNvPr>
          <p:cNvSpPr>
            <a:spLocks noGrp="1"/>
          </p:cNvSpPr>
          <p:nvPr>
            <p:ph idx="43" hasCustomPrompt="1"/>
          </p:nvPr>
        </p:nvSpPr>
        <p:spPr>
          <a:xfrm>
            <a:off x="9657306" y="1898914"/>
            <a:ext cx="2143735" cy="4174245"/>
          </a:xfrm>
          <a:solidFill>
            <a:srgbClr val="CC195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329892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ix Column Content-brand-colo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E697B4-F430-4CA7-935A-2F894B6230E3}"/>
              </a:ext>
            </a:extLst>
          </p:cNvPr>
          <p:cNvSpPr>
            <a:spLocks noGrp="1"/>
          </p:cNvSpPr>
          <p:nvPr>
            <p:ph type="title" hasCustomPrompt="1"/>
          </p:nvPr>
        </p:nvSpPr>
        <p:spPr/>
        <p:txBody>
          <a:bodyPr/>
          <a:lstStyle/>
          <a:p>
            <a:r>
              <a:rPr lang="en-US" dirty="0"/>
              <a:t>Click to add title</a:t>
            </a:r>
          </a:p>
        </p:txBody>
      </p:sp>
      <p:sp>
        <p:nvSpPr>
          <p:cNvPr id="6" name="Slide Number Placeholder 5">
            <a:extLst>
              <a:ext uri="{FF2B5EF4-FFF2-40B4-BE49-F238E27FC236}">
                <a16:creationId xmlns:a16="http://schemas.microsoft.com/office/drawing/2014/main" id="{9D63DAD0-A5EB-B549-9982-131ED4CEF1E8}"/>
              </a:ext>
            </a:extLst>
          </p:cNvPr>
          <p:cNvSpPr>
            <a:spLocks noGrp="1"/>
          </p:cNvSpPr>
          <p:nvPr>
            <p:ph type="sldNum" sz="quarter" idx="36"/>
          </p:nvPr>
        </p:nvSpPr>
        <p:spPr/>
        <p:txBody>
          <a:bodyPr/>
          <a:lstStyle/>
          <a:p>
            <a:fld id="{324C0A44-AD9E-49C7-A6F8-E7DA309B6D4F}" type="slidenum">
              <a:rPr lang="en-US" smtClean="0"/>
              <a:pPr/>
              <a:t>‹#›</a:t>
            </a:fld>
            <a:endParaRPr lang="en-US" dirty="0"/>
          </a:p>
        </p:txBody>
      </p:sp>
      <p:sp>
        <p:nvSpPr>
          <p:cNvPr id="8" name="Text Placeholder 14">
            <a:extLst>
              <a:ext uri="{FF2B5EF4-FFF2-40B4-BE49-F238E27FC236}">
                <a16:creationId xmlns:a16="http://schemas.microsoft.com/office/drawing/2014/main" id="{98490F55-0F1C-5C9F-831F-B5DED22445C4}"/>
              </a:ext>
            </a:extLst>
          </p:cNvPr>
          <p:cNvSpPr>
            <a:spLocks noGrp="1"/>
          </p:cNvSpPr>
          <p:nvPr>
            <p:ph type="body" sz="quarter" idx="37" hasCustomPrompt="1"/>
          </p:nvPr>
        </p:nvSpPr>
        <p:spPr>
          <a:xfrm>
            <a:off x="381000" y="1358914"/>
            <a:ext cx="3615397"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Content Placeholder 2">
            <a:extLst>
              <a:ext uri="{FF2B5EF4-FFF2-40B4-BE49-F238E27FC236}">
                <a16:creationId xmlns:a16="http://schemas.microsoft.com/office/drawing/2014/main" id="{4C046FED-F3B7-2758-6CE4-B5BD5FABFFCE}"/>
              </a:ext>
            </a:extLst>
          </p:cNvPr>
          <p:cNvSpPr>
            <a:spLocks noGrp="1"/>
          </p:cNvSpPr>
          <p:nvPr>
            <p:ph idx="38" hasCustomPrompt="1"/>
          </p:nvPr>
        </p:nvSpPr>
        <p:spPr>
          <a:xfrm>
            <a:off x="381001" y="1898914"/>
            <a:ext cx="3615397" cy="1634083"/>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14">
            <a:extLst>
              <a:ext uri="{FF2B5EF4-FFF2-40B4-BE49-F238E27FC236}">
                <a16:creationId xmlns:a16="http://schemas.microsoft.com/office/drawing/2014/main" id="{345C42C8-FBDE-98C8-9010-B2630A105F57}"/>
              </a:ext>
            </a:extLst>
          </p:cNvPr>
          <p:cNvSpPr>
            <a:spLocks noGrp="1"/>
          </p:cNvSpPr>
          <p:nvPr>
            <p:ph type="body" sz="quarter" idx="41" hasCustomPrompt="1"/>
          </p:nvPr>
        </p:nvSpPr>
        <p:spPr>
          <a:xfrm>
            <a:off x="8185087" y="1358914"/>
            <a:ext cx="3615397"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9" name="Content Placeholder 2">
            <a:extLst>
              <a:ext uri="{FF2B5EF4-FFF2-40B4-BE49-F238E27FC236}">
                <a16:creationId xmlns:a16="http://schemas.microsoft.com/office/drawing/2014/main" id="{346857AA-BCDF-D85A-B49E-F8C35D33276D}"/>
              </a:ext>
            </a:extLst>
          </p:cNvPr>
          <p:cNvSpPr>
            <a:spLocks noGrp="1"/>
          </p:cNvSpPr>
          <p:nvPr>
            <p:ph idx="42" hasCustomPrompt="1"/>
          </p:nvPr>
        </p:nvSpPr>
        <p:spPr>
          <a:xfrm>
            <a:off x="8185088" y="1898914"/>
            <a:ext cx="3615397" cy="1634083"/>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0" name="Text Placeholder 14">
            <a:extLst>
              <a:ext uri="{FF2B5EF4-FFF2-40B4-BE49-F238E27FC236}">
                <a16:creationId xmlns:a16="http://schemas.microsoft.com/office/drawing/2014/main" id="{0EEBBEE2-5043-5BC1-924B-EF9CD27390D6}"/>
              </a:ext>
            </a:extLst>
          </p:cNvPr>
          <p:cNvSpPr>
            <a:spLocks noGrp="1"/>
          </p:cNvSpPr>
          <p:nvPr>
            <p:ph type="body" sz="quarter" idx="49" hasCustomPrompt="1"/>
          </p:nvPr>
        </p:nvSpPr>
        <p:spPr>
          <a:xfrm>
            <a:off x="8182173" y="3893282"/>
            <a:ext cx="3615397" cy="540000"/>
          </a:xfrm>
          <a:solidFill>
            <a:srgbClr val="721472"/>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1" name="Content Placeholder 2">
            <a:extLst>
              <a:ext uri="{FF2B5EF4-FFF2-40B4-BE49-F238E27FC236}">
                <a16:creationId xmlns:a16="http://schemas.microsoft.com/office/drawing/2014/main" id="{02881264-99E1-D5AE-7968-9FF375BBA0BC}"/>
              </a:ext>
            </a:extLst>
          </p:cNvPr>
          <p:cNvSpPr>
            <a:spLocks noGrp="1"/>
          </p:cNvSpPr>
          <p:nvPr>
            <p:ph idx="50" hasCustomPrompt="1"/>
          </p:nvPr>
        </p:nvSpPr>
        <p:spPr>
          <a:xfrm>
            <a:off x="8182174" y="4433282"/>
            <a:ext cx="3615397" cy="1634083"/>
          </a:xfrm>
          <a:solidFill>
            <a:srgbClr val="8B288A"/>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2" name="Text Placeholder 14">
            <a:extLst>
              <a:ext uri="{FF2B5EF4-FFF2-40B4-BE49-F238E27FC236}">
                <a16:creationId xmlns:a16="http://schemas.microsoft.com/office/drawing/2014/main" id="{099614FE-3620-8180-096D-0F967F0A075A}"/>
              </a:ext>
            </a:extLst>
          </p:cNvPr>
          <p:cNvSpPr>
            <a:spLocks noGrp="1"/>
          </p:cNvSpPr>
          <p:nvPr>
            <p:ph type="body" sz="quarter" idx="39" hasCustomPrompt="1"/>
          </p:nvPr>
        </p:nvSpPr>
        <p:spPr>
          <a:xfrm>
            <a:off x="4283043" y="1358914"/>
            <a:ext cx="3615397"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3" name="Content Placeholder 2">
            <a:extLst>
              <a:ext uri="{FF2B5EF4-FFF2-40B4-BE49-F238E27FC236}">
                <a16:creationId xmlns:a16="http://schemas.microsoft.com/office/drawing/2014/main" id="{6E278231-82E4-2F9D-BBAE-CB96D95A225D}"/>
              </a:ext>
            </a:extLst>
          </p:cNvPr>
          <p:cNvSpPr>
            <a:spLocks noGrp="1"/>
          </p:cNvSpPr>
          <p:nvPr>
            <p:ph idx="40" hasCustomPrompt="1"/>
          </p:nvPr>
        </p:nvSpPr>
        <p:spPr>
          <a:xfrm>
            <a:off x="4283044" y="1898914"/>
            <a:ext cx="3615397" cy="1634083"/>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4" name="Text Placeholder 14">
            <a:extLst>
              <a:ext uri="{FF2B5EF4-FFF2-40B4-BE49-F238E27FC236}">
                <a16:creationId xmlns:a16="http://schemas.microsoft.com/office/drawing/2014/main" id="{F25DAFAA-5369-069B-F678-9FFD660A07D7}"/>
              </a:ext>
            </a:extLst>
          </p:cNvPr>
          <p:cNvSpPr>
            <a:spLocks noGrp="1"/>
          </p:cNvSpPr>
          <p:nvPr>
            <p:ph type="body" sz="quarter" idx="47" hasCustomPrompt="1"/>
          </p:nvPr>
        </p:nvSpPr>
        <p:spPr>
          <a:xfrm>
            <a:off x="4280129" y="3893282"/>
            <a:ext cx="3615397" cy="540000"/>
          </a:xfrm>
          <a:solidFill>
            <a:srgbClr val="AF1450"/>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5" name="Content Placeholder 2">
            <a:extLst>
              <a:ext uri="{FF2B5EF4-FFF2-40B4-BE49-F238E27FC236}">
                <a16:creationId xmlns:a16="http://schemas.microsoft.com/office/drawing/2014/main" id="{47F5D8B7-D1DE-C9B1-EFA5-47F0B8C45300}"/>
              </a:ext>
            </a:extLst>
          </p:cNvPr>
          <p:cNvSpPr>
            <a:spLocks noGrp="1"/>
          </p:cNvSpPr>
          <p:nvPr>
            <p:ph idx="48" hasCustomPrompt="1"/>
          </p:nvPr>
        </p:nvSpPr>
        <p:spPr>
          <a:xfrm>
            <a:off x="4280130" y="4433282"/>
            <a:ext cx="3615397" cy="1634083"/>
          </a:xfrm>
          <a:solidFill>
            <a:srgbClr val="CC195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14">
            <a:extLst>
              <a:ext uri="{FF2B5EF4-FFF2-40B4-BE49-F238E27FC236}">
                <a16:creationId xmlns:a16="http://schemas.microsoft.com/office/drawing/2014/main" id="{181E96CD-AA95-BC87-B690-AA05F6D29CDF}"/>
              </a:ext>
            </a:extLst>
          </p:cNvPr>
          <p:cNvSpPr>
            <a:spLocks noGrp="1"/>
          </p:cNvSpPr>
          <p:nvPr>
            <p:ph type="body" sz="quarter" idx="51" hasCustomPrompt="1"/>
          </p:nvPr>
        </p:nvSpPr>
        <p:spPr>
          <a:xfrm>
            <a:off x="381000" y="3899076"/>
            <a:ext cx="3615397"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Content Placeholder 2">
            <a:extLst>
              <a:ext uri="{FF2B5EF4-FFF2-40B4-BE49-F238E27FC236}">
                <a16:creationId xmlns:a16="http://schemas.microsoft.com/office/drawing/2014/main" id="{82ECEE5D-664C-8FFD-363B-4137F133481F}"/>
              </a:ext>
            </a:extLst>
          </p:cNvPr>
          <p:cNvSpPr>
            <a:spLocks noGrp="1"/>
          </p:cNvSpPr>
          <p:nvPr>
            <p:ph idx="52" hasCustomPrompt="1"/>
          </p:nvPr>
        </p:nvSpPr>
        <p:spPr>
          <a:xfrm>
            <a:off x="381001" y="4439076"/>
            <a:ext cx="3615397" cy="1634083"/>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254841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ix Column Content-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tx1"/>
                </a:solidFill>
              </a:defRPr>
            </a:lvl1pPr>
          </a:lstStyle>
          <a:p>
            <a:r>
              <a:rPr lang="en-US" dirty="0"/>
              <a:t>Click to add title</a:t>
            </a:r>
          </a:p>
        </p:txBody>
      </p:sp>
      <p:sp>
        <p:nvSpPr>
          <p:cNvPr id="4" name="Slide Number Placeholder 3">
            <a:extLst>
              <a:ext uri="{FF2B5EF4-FFF2-40B4-BE49-F238E27FC236}">
                <a16:creationId xmlns:a16="http://schemas.microsoft.com/office/drawing/2014/main" id="{40B99ABD-2223-0F71-ECA9-49325598EB0C}"/>
              </a:ext>
            </a:extLst>
          </p:cNvPr>
          <p:cNvSpPr>
            <a:spLocks noGrp="1"/>
          </p:cNvSpPr>
          <p:nvPr>
            <p:ph type="sldNum" sz="quarter" idx="11"/>
          </p:nvPr>
        </p:nvSpPr>
        <p:spPr/>
        <p:txBody>
          <a:bodyPr/>
          <a:lstStyle>
            <a:lvl1pPr>
              <a:defRPr>
                <a:solidFill>
                  <a:schemeClr val="tx1"/>
                </a:solidFill>
              </a:defRPr>
            </a:lvl1pPr>
          </a:lstStyle>
          <a:p>
            <a:fld id="{324C0A44-AD9E-49C7-A6F8-E7DA309B6D4F}" type="slidenum">
              <a:rPr lang="en-US" smtClean="0"/>
              <a:pPr/>
              <a:t>‹#›</a:t>
            </a:fld>
            <a:endParaRPr lang="en-US" dirty="0"/>
          </a:p>
        </p:txBody>
      </p:sp>
      <p:sp>
        <p:nvSpPr>
          <p:cNvPr id="6" name="Text Placeholder 5">
            <a:extLst>
              <a:ext uri="{FF2B5EF4-FFF2-40B4-BE49-F238E27FC236}">
                <a16:creationId xmlns:a16="http://schemas.microsoft.com/office/drawing/2014/main" id="{C00BD26A-8E0B-FA7A-BEFD-407A0158F83A}"/>
              </a:ext>
            </a:extLst>
          </p:cNvPr>
          <p:cNvSpPr>
            <a:spLocks noGrp="1"/>
          </p:cNvSpPr>
          <p:nvPr>
            <p:ph type="body" sz="quarter" idx="13" hasCustomPrompt="1"/>
          </p:nvPr>
        </p:nvSpPr>
        <p:spPr>
          <a:xfrm>
            <a:off x="381000" y="3880822"/>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Text Placeholder 5">
            <a:extLst>
              <a:ext uri="{FF2B5EF4-FFF2-40B4-BE49-F238E27FC236}">
                <a16:creationId xmlns:a16="http://schemas.microsoft.com/office/drawing/2014/main" id="{5491ABA9-D78D-2299-C4D9-FB31D31D181D}"/>
              </a:ext>
            </a:extLst>
          </p:cNvPr>
          <p:cNvSpPr>
            <a:spLocks noGrp="1"/>
          </p:cNvSpPr>
          <p:nvPr>
            <p:ph type="body" sz="quarter" idx="14" hasCustomPrompt="1"/>
          </p:nvPr>
        </p:nvSpPr>
        <p:spPr>
          <a:xfrm>
            <a:off x="3349752" y="3880822"/>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5">
            <a:extLst>
              <a:ext uri="{FF2B5EF4-FFF2-40B4-BE49-F238E27FC236}">
                <a16:creationId xmlns:a16="http://schemas.microsoft.com/office/drawing/2014/main" id="{5325D55E-2430-C461-4F1E-FD0FA29E7C2D}"/>
              </a:ext>
            </a:extLst>
          </p:cNvPr>
          <p:cNvSpPr>
            <a:spLocks noGrp="1"/>
          </p:cNvSpPr>
          <p:nvPr>
            <p:ph type="body" sz="quarter" idx="15" hasCustomPrompt="1"/>
          </p:nvPr>
        </p:nvSpPr>
        <p:spPr>
          <a:xfrm>
            <a:off x="6318504" y="3880822"/>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5">
            <a:extLst>
              <a:ext uri="{FF2B5EF4-FFF2-40B4-BE49-F238E27FC236}">
                <a16:creationId xmlns:a16="http://schemas.microsoft.com/office/drawing/2014/main" id="{E0C34A5E-50CA-F12D-F348-64EB3CBE4464}"/>
              </a:ext>
            </a:extLst>
          </p:cNvPr>
          <p:cNvSpPr>
            <a:spLocks noGrp="1"/>
          </p:cNvSpPr>
          <p:nvPr>
            <p:ph type="body" sz="quarter" idx="16" hasCustomPrompt="1"/>
          </p:nvPr>
        </p:nvSpPr>
        <p:spPr>
          <a:xfrm>
            <a:off x="9287255" y="3880822"/>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5">
            <a:extLst>
              <a:ext uri="{FF2B5EF4-FFF2-40B4-BE49-F238E27FC236}">
                <a16:creationId xmlns:a16="http://schemas.microsoft.com/office/drawing/2014/main" id="{E5CF3B29-3D9A-11EA-874D-473D8B9E0641}"/>
              </a:ext>
            </a:extLst>
          </p:cNvPr>
          <p:cNvSpPr>
            <a:spLocks noGrp="1"/>
          </p:cNvSpPr>
          <p:nvPr>
            <p:ph type="body" sz="quarter" idx="17" hasCustomPrompt="1"/>
          </p:nvPr>
        </p:nvSpPr>
        <p:spPr>
          <a:xfrm>
            <a:off x="381000" y="1388480"/>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62E7BE2D-2CD9-78AA-C351-0E0248952788}"/>
              </a:ext>
            </a:extLst>
          </p:cNvPr>
          <p:cNvSpPr>
            <a:spLocks noGrp="1"/>
          </p:cNvSpPr>
          <p:nvPr>
            <p:ph type="body" sz="quarter" idx="18" hasCustomPrompt="1"/>
          </p:nvPr>
        </p:nvSpPr>
        <p:spPr>
          <a:xfrm>
            <a:off x="3349752" y="1388480"/>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A0B6FF35-E677-7F1B-26BE-BB85639D9381}"/>
              </a:ext>
            </a:extLst>
          </p:cNvPr>
          <p:cNvSpPr>
            <a:spLocks noGrp="1"/>
          </p:cNvSpPr>
          <p:nvPr>
            <p:ph type="body" sz="quarter" idx="19" hasCustomPrompt="1"/>
          </p:nvPr>
        </p:nvSpPr>
        <p:spPr>
          <a:xfrm>
            <a:off x="6318504" y="1388480"/>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62743E14-A152-5FD7-2EB9-342B3FD02538}"/>
              </a:ext>
            </a:extLst>
          </p:cNvPr>
          <p:cNvSpPr>
            <a:spLocks noGrp="1"/>
          </p:cNvSpPr>
          <p:nvPr>
            <p:ph type="body" sz="quarter" idx="20" hasCustomPrompt="1"/>
          </p:nvPr>
        </p:nvSpPr>
        <p:spPr>
          <a:xfrm>
            <a:off x="9287255" y="1388480"/>
            <a:ext cx="2523744" cy="2157984"/>
          </a:xfrm>
        </p:spPr>
        <p:txBody>
          <a:bodyPr>
            <a:noAutofit/>
          </a:bodyPr>
          <a:lstStyle>
            <a:lvl1pPr marL="0" indent="0">
              <a:buNone/>
              <a:defRPr>
                <a:solidFill>
                  <a:schemeClr val="tx1"/>
                </a:solidFill>
              </a:defRPr>
            </a:lvl1pPr>
            <a:lvl2pPr marL="182880">
              <a:defRPr>
                <a:solidFill>
                  <a:schemeClr val="tx1"/>
                </a:solidFill>
              </a:defRPr>
            </a:lvl2pPr>
            <a:lvl3pPr marL="365760">
              <a:spcAft>
                <a:spcPts val="600"/>
              </a:spcAft>
              <a:defRPr>
                <a:solidFill>
                  <a:schemeClr val="tx1"/>
                </a:solidFill>
              </a:defRPr>
            </a:lvl3pPr>
            <a:lvl4pPr marL="548640">
              <a:defRPr>
                <a:solidFill>
                  <a:schemeClr val="tx1"/>
                </a:solidFill>
              </a:defRPr>
            </a:lvl4pPr>
            <a:lvl5pPr marL="731520">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0874285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Six Column Content-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4" name="Slide Number Placeholder 3">
            <a:extLst>
              <a:ext uri="{FF2B5EF4-FFF2-40B4-BE49-F238E27FC236}">
                <a16:creationId xmlns:a16="http://schemas.microsoft.com/office/drawing/2014/main" id="{40B99ABD-2223-0F71-ECA9-49325598EB0C}"/>
              </a:ext>
            </a:extLst>
          </p:cNvPr>
          <p:cNvSpPr>
            <a:spLocks noGrp="1"/>
          </p:cNvSpPr>
          <p:nvPr>
            <p:ph type="sldNum" sz="quarter" idx="11"/>
          </p:nvPr>
        </p:nvSpPr>
        <p:spPr/>
        <p:txBody>
          <a:bodyPr/>
          <a:lstStyle>
            <a:lvl1pPr>
              <a:defRPr>
                <a:solidFill>
                  <a:schemeClr val="bg1"/>
                </a:solidFill>
              </a:defRPr>
            </a:lvl1pPr>
          </a:lstStyle>
          <a:p>
            <a:fld id="{324C0A44-AD9E-49C7-A6F8-E7DA309B6D4F}" type="slidenum">
              <a:rPr lang="en-US" smtClean="0"/>
              <a:pPr/>
              <a:t>‹#›</a:t>
            </a:fld>
            <a:endParaRPr lang="en-US" dirty="0"/>
          </a:p>
        </p:txBody>
      </p:sp>
      <p:sp>
        <p:nvSpPr>
          <p:cNvPr id="6" name="Text Placeholder 5">
            <a:extLst>
              <a:ext uri="{FF2B5EF4-FFF2-40B4-BE49-F238E27FC236}">
                <a16:creationId xmlns:a16="http://schemas.microsoft.com/office/drawing/2014/main" id="{C00BD26A-8E0B-FA7A-BEFD-407A0158F83A}"/>
              </a:ext>
            </a:extLst>
          </p:cNvPr>
          <p:cNvSpPr>
            <a:spLocks noGrp="1"/>
          </p:cNvSpPr>
          <p:nvPr>
            <p:ph type="body" sz="quarter" idx="13" hasCustomPrompt="1"/>
          </p:nvPr>
        </p:nvSpPr>
        <p:spPr>
          <a:xfrm>
            <a:off x="381000"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Text Placeholder 5">
            <a:extLst>
              <a:ext uri="{FF2B5EF4-FFF2-40B4-BE49-F238E27FC236}">
                <a16:creationId xmlns:a16="http://schemas.microsoft.com/office/drawing/2014/main" id="{5491ABA9-D78D-2299-C4D9-FB31D31D181D}"/>
              </a:ext>
            </a:extLst>
          </p:cNvPr>
          <p:cNvSpPr>
            <a:spLocks noGrp="1"/>
          </p:cNvSpPr>
          <p:nvPr>
            <p:ph type="body" sz="quarter" idx="14" hasCustomPrompt="1"/>
          </p:nvPr>
        </p:nvSpPr>
        <p:spPr>
          <a:xfrm>
            <a:off x="3349752"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5">
            <a:extLst>
              <a:ext uri="{FF2B5EF4-FFF2-40B4-BE49-F238E27FC236}">
                <a16:creationId xmlns:a16="http://schemas.microsoft.com/office/drawing/2014/main" id="{5325D55E-2430-C461-4F1E-FD0FA29E7C2D}"/>
              </a:ext>
            </a:extLst>
          </p:cNvPr>
          <p:cNvSpPr>
            <a:spLocks noGrp="1"/>
          </p:cNvSpPr>
          <p:nvPr>
            <p:ph type="body" sz="quarter" idx="15" hasCustomPrompt="1"/>
          </p:nvPr>
        </p:nvSpPr>
        <p:spPr>
          <a:xfrm>
            <a:off x="6318504"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5">
            <a:extLst>
              <a:ext uri="{FF2B5EF4-FFF2-40B4-BE49-F238E27FC236}">
                <a16:creationId xmlns:a16="http://schemas.microsoft.com/office/drawing/2014/main" id="{E0C34A5E-50CA-F12D-F348-64EB3CBE4464}"/>
              </a:ext>
            </a:extLst>
          </p:cNvPr>
          <p:cNvSpPr>
            <a:spLocks noGrp="1"/>
          </p:cNvSpPr>
          <p:nvPr>
            <p:ph type="body" sz="quarter" idx="16" hasCustomPrompt="1"/>
          </p:nvPr>
        </p:nvSpPr>
        <p:spPr>
          <a:xfrm>
            <a:off x="9287255"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5">
            <a:extLst>
              <a:ext uri="{FF2B5EF4-FFF2-40B4-BE49-F238E27FC236}">
                <a16:creationId xmlns:a16="http://schemas.microsoft.com/office/drawing/2014/main" id="{E5CF3B29-3D9A-11EA-874D-473D8B9E0641}"/>
              </a:ext>
            </a:extLst>
          </p:cNvPr>
          <p:cNvSpPr>
            <a:spLocks noGrp="1"/>
          </p:cNvSpPr>
          <p:nvPr>
            <p:ph type="body" sz="quarter" idx="17" hasCustomPrompt="1"/>
          </p:nvPr>
        </p:nvSpPr>
        <p:spPr>
          <a:xfrm>
            <a:off x="381000"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62E7BE2D-2CD9-78AA-C351-0E0248952788}"/>
              </a:ext>
            </a:extLst>
          </p:cNvPr>
          <p:cNvSpPr>
            <a:spLocks noGrp="1"/>
          </p:cNvSpPr>
          <p:nvPr>
            <p:ph type="body" sz="quarter" idx="18" hasCustomPrompt="1"/>
          </p:nvPr>
        </p:nvSpPr>
        <p:spPr>
          <a:xfrm>
            <a:off x="3349752"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A0B6FF35-E677-7F1B-26BE-BB85639D9381}"/>
              </a:ext>
            </a:extLst>
          </p:cNvPr>
          <p:cNvSpPr>
            <a:spLocks noGrp="1"/>
          </p:cNvSpPr>
          <p:nvPr>
            <p:ph type="body" sz="quarter" idx="19" hasCustomPrompt="1"/>
          </p:nvPr>
        </p:nvSpPr>
        <p:spPr>
          <a:xfrm>
            <a:off x="6318504"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62743E14-A152-5FD7-2EB9-342B3FD02538}"/>
              </a:ext>
            </a:extLst>
          </p:cNvPr>
          <p:cNvSpPr>
            <a:spLocks noGrp="1"/>
          </p:cNvSpPr>
          <p:nvPr>
            <p:ph type="body" sz="quarter" idx="20" hasCustomPrompt="1"/>
          </p:nvPr>
        </p:nvSpPr>
        <p:spPr>
          <a:xfrm>
            <a:off x="9287255"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26">
            <a:extLst>
              <a:ext uri="{FF2B5EF4-FFF2-40B4-BE49-F238E27FC236}">
                <a16:creationId xmlns:a16="http://schemas.microsoft.com/office/drawing/2014/main" id="{EDEE1BD4-63E4-D7F1-11F2-37B97FC57E5B}"/>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3" name="Picture 6">
            <a:extLst>
              <a:ext uri="{FF2B5EF4-FFF2-40B4-BE49-F238E27FC236}">
                <a16:creationId xmlns:a16="http://schemas.microsoft.com/office/drawing/2014/main" id="{EB2EC9B4-B007-586D-8135-8F524579A80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7542698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Six Column Content-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4" name="Slide Number Placeholder 3">
            <a:extLst>
              <a:ext uri="{FF2B5EF4-FFF2-40B4-BE49-F238E27FC236}">
                <a16:creationId xmlns:a16="http://schemas.microsoft.com/office/drawing/2014/main" id="{40B99ABD-2223-0F71-ECA9-49325598EB0C}"/>
              </a:ext>
            </a:extLst>
          </p:cNvPr>
          <p:cNvSpPr>
            <a:spLocks noGrp="1"/>
          </p:cNvSpPr>
          <p:nvPr>
            <p:ph type="sldNum" sz="quarter" idx="11"/>
          </p:nvPr>
        </p:nvSpPr>
        <p:spPr/>
        <p:txBody>
          <a:bodyPr/>
          <a:lstStyle>
            <a:lvl1pPr>
              <a:defRPr>
                <a:solidFill>
                  <a:schemeClr val="bg1"/>
                </a:solidFill>
              </a:defRPr>
            </a:lvl1pPr>
          </a:lstStyle>
          <a:p>
            <a:fld id="{324C0A44-AD9E-49C7-A6F8-E7DA309B6D4F}" type="slidenum">
              <a:rPr lang="en-US" smtClean="0"/>
              <a:pPr/>
              <a:t>‹#›</a:t>
            </a:fld>
            <a:endParaRPr lang="en-US" dirty="0"/>
          </a:p>
        </p:txBody>
      </p:sp>
      <p:sp>
        <p:nvSpPr>
          <p:cNvPr id="9" name="Rectangle 26">
            <a:extLst>
              <a:ext uri="{FF2B5EF4-FFF2-40B4-BE49-F238E27FC236}">
                <a16:creationId xmlns:a16="http://schemas.microsoft.com/office/drawing/2014/main" id="{ED994CA4-8C12-1BC4-530B-81E286114262}"/>
              </a:ext>
            </a:extLst>
          </p:cNvPr>
          <p:cNvSpPr/>
          <p:nvPr userDrawn="1"/>
        </p:nvSpPr>
        <p:spPr>
          <a:xfrm>
            <a:off x="501" y="6761481"/>
            <a:ext cx="12191499" cy="96520"/>
          </a:xfrm>
          <a:prstGeom prst="rect">
            <a:avLst/>
          </a:prstGeom>
          <a:solidFill>
            <a:srgbClr val="15839A"/>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sp>
        <p:nvSpPr>
          <p:cNvPr id="6" name="Text Placeholder 5">
            <a:extLst>
              <a:ext uri="{FF2B5EF4-FFF2-40B4-BE49-F238E27FC236}">
                <a16:creationId xmlns:a16="http://schemas.microsoft.com/office/drawing/2014/main" id="{C00BD26A-8E0B-FA7A-BEFD-407A0158F83A}"/>
              </a:ext>
            </a:extLst>
          </p:cNvPr>
          <p:cNvSpPr>
            <a:spLocks noGrp="1"/>
          </p:cNvSpPr>
          <p:nvPr>
            <p:ph type="body" sz="quarter" idx="13" hasCustomPrompt="1"/>
          </p:nvPr>
        </p:nvSpPr>
        <p:spPr>
          <a:xfrm>
            <a:off x="381000"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Text Placeholder 5">
            <a:extLst>
              <a:ext uri="{FF2B5EF4-FFF2-40B4-BE49-F238E27FC236}">
                <a16:creationId xmlns:a16="http://schemas.microsoft.com/office/drawing/2014/main" id="{5491ABA9-D78D-2299-C4D9-FB31D31D181D}"/>
              </a:ext>
            </a:extLst>
          </p:cNvPr>
          <p:cNvSpPr>
            <a:spLocks noGrp="1"/>
          </p:cNvSpPr>
          <p:nvPr>
            <p:ph type="body" sz="quarter" idx="14" hasCustomPrompt="1"/>
          </p:nvPr>
        </p:nvSpPr>
        <p:spPr>
          <a:xfrm>
            <a:off x="3349752"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5">
            <a:extLst>
              <a:ext uri="{FF2B5EF4-FFF2-40B4-BE49-F238E27FC236}">
                <a16:creationId xmlns:a16="http://schemas.microsoft.com/office/drawing/2014/main" id="{5325D55E-2430-C461-4F1E-FD0FA29E7C2D}"/>
              </a:ext>
            </a:extLst>
          </p:cNvPr>
          <p:cNvSpPr>
            <a:spLocks noGrp="1"/>
          </p:cNvSpPr>
          <p:nvPr>
            <p:ph type="body" sz="quarter" idx="15" hasCustomPrompt="1"/>
          </p:nvPr>
        </p:nvSpPr>
        <p:spPr>
          <a:xfrm>
            <a:off x="6318504"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5">
            <a:extLst>
              <a:ext uri="{FF2B5EF4-FFF2-40B4-BE49-F238E27FC236}">
                <a16:creationId xmlns:a16="http://schemas.microsoft.com/office/drawing/2014/main" id="{E0C34A5E-50CA-F12D-F348-64EB3CBE4464}"/>
              </a:ext>
            </a:extLst>
          </p:cNvPr>
          <p:cNvSpPr>
            <a:spLocks noGrp="1"/>
          </p:cNvSpPr>
          <p:nvPr>
            <p:ph type="body" sz="quarter" idx="16" hasCustomPrompt="1"/>
          </p:nvPr>
        </p:nvSpPr>
        <p:spPr>
          <a:xfrm>
            <a:off x="9287255"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5">
            <a:extLst>
              <a:ext uri="{FF2B5EF4-FFF2-40B4-BE49-F238E27FC236}">
                <a16:creationId xmlns:a16="http://schemas.microsoft.com/office/drawing/2014/main" id="{E5CF3B29-3D9A-11EA-874D-473D8B9E0641}"/>
              </a:ext>
            </a:extLst>
          </p:cNvPr>
          <p:cNvSpPr>
            <a:spLocks noGrp="1"/>
          </p:cNvSpPr>
          <p:nvPr>
            <p:ph type="body" sz="quarter" idx="17" hasCustomPrompt="1"/>
          </p:nvPr>
        </p:nvSpPr>
        <p:spPr>
          <a:xfrm>
            <a:off x="381000"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62E7BE2D-2CD9-78AA-C351-0E0248952788}"/>
              </a:ext>
            </a:extLst>
          </p:cNvPr>
          <p:cNvSpPr>
            <a:spLocks noGrp="1"/>
          </p:cNvSpPr>
          <p:nvPr>
            <p:ph type="body" sz="quarter" idx="18" hasCustomPrompt="1"/>
          </p:nvPr>
        </p:nvSpPr>
        <p:spPr>
          <a:xfrm>
            <a:off x="3349752"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A0B6FF35-E677-7F1B-26BE-BB85639D9381}"/>
              </a:ext>
            </a:extLst>
          </p:cNvPr>
          <p:cNvSpPr>
            <a:spLocks noGrp="1"/>
          </p:cNvSpPr>
          <p:nvPr>
            <p:ph type="body" sz="quarter" idx="19" hasCustomPrompt="1"/>
          </p:nvPr>
        </p:nvSpPr>
        <p:spPr>
          <a:xfrm>
            <a:off x="6318504"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62743E14-A152-5FD7-2EB9-342B3FD02538}"/>
              </a:ext>
            </a:extLst>
          </p:cNvPr>
          <p:cNvSpPr>
            <a:spLocks noGrp="1"/>
          </p:cNvSpPr>
          <p:nvPr>
            <p:ph type="body" sz="quarter" idx="20" hasCustomPrompt="1"/>
          </p:nvPr>
        </p:nvSpPr>
        <p:spPr>
          <a:xfrm>
            <a:off x="9287255"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3" name="Picture 6">
            <a:extLst>
              <a:ext uri="{FF2B5EF4-FFF2-40B4-BE49-F238E27FC236}">
                <a16:creationId xmlns:a16="http://schemas.microsoft.com/office/drawing/2014/main" id="{4F21272A-00A0-2C13-CE79-B10AA5351038}"/>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8307711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mparison Layout-brand-colors">
    <p:bg>
      <p:bgPr>
        <a:solidFill>
          <a:schemeClr val="accent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1BA2761-9E07-1632-D145-25E85BBFEB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891" y="0"/>
            <a:ext cx="7577667" cy="6858000"/>
          </a:xfrm>
          <a:prstGeom prst="rect">
            <a:avLst/>
          </a:prstGeom>
        </p:spPr>
      </p:pic>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a:xfrm>
            <a:off x="381000" y="1589405"/>
            <a:ext cx="5524499" cy="81053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3" name="Content Placeholder 2">
            <a:extLst>
              <a:ext uri="{FF2B5EF4-FFF2-40B4-BE49-F238E27FC236}">
                <a16:creationId xmlns:a16="http://schemas.microsoft.com/office/drawing/2014/main" id="{2436C617-602D-6D26-8627-2A45477594B1}"/>
              </a:ext>
            </a:extLst>
          </p:cNvPr>
          <p:cNvSpPr>
            <a:spLocks noGrp="1"/>
          </p:cNvSpPr>
          <p:nvPr>
            <p:ph sz="half" idx="1" hasCustomPrompt="1"/>
          </p:nvPr>
        </p:nvSpPr>
        <p:spPr>
          <a:xfrm>
            <a:off x="381000" y="2542676"/>
            <a:ext cx="5524501" cy="3289955"/>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4" name="Content Placeholder 2">
            <a:extLst>
              <a:ext uri="{FF2B5EF4-FFF2-40B4-BE49-F238E27FC236}">
                <a16:creationId xmlns:a16="http://schemas.microsoft.com/office/drawing/2014/main" id="{66BA78F6-7BA4-CB64-E5FE-C01E80E60934}"/>
              </a:ext>
            </a:extLst>
          </p:cNvPr>
          <p:cNvSpPr>
            <a:spLocks noGrp="1"/>
          </p:cNvSpPr>
          <p:nvPr>
            <p:ph sz="half" idx="15" hasCustomPrompt="1"/>
          </p:nvPr>
        </p:nvSpPr>
        <p:spPr>
          <a:xfrm>
            <a:off x="6261099" y="2542676"/>
            <a:ext cx="5524501" cy="3289955"/>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8" name="Text Placeholder 8">
            <a:extLst>
              <a:ext uri="{FF2B5EF4-FFF2-40B4-BE49-F238E27FC236}">
                <a16:creationId xmlns:a16="http://schemas.microsoft.com/office/drawing/2014/main" id="{88A9785E-197E-625F-29C7-13E4A08E1100}"/>
              </a:ext>
            </a:extLst>
          </p:cNvPr>
          <p:cNvSpPr>
            <a:spLocks noGrp="1"/>
          </p:cNvSpPr>
          <p:nvPr>
            <p:ph type="body" sz="quarter" idx="14" hasCustomPrompt="1"/>
          </p:nvPr>
        </p:nvSpPr>
        <p:spPr>
          <a:xfrm>
            <a:off x="6261099" y="1589405"/>
            <a:ext cx="5524499" cy="825379"/>
          </a:xfrm>
        </p:spPr>
        <p:txBody>
          <a:bodyPr>
            <a:noAutofit/>
          </a:bodyPr>
          <a:lstStyle>
            <a:lvl1pPr marL="0" indent="0">
              <a:lnSpc>
                <a:spcPct val="90000"/>
              </a:lnSpc>
              <a:spcAft>
                <a:spcPts val="0"/>
              </a:spcAft>
              <a:buNone/>
              <a:defRPr sz="3000" b="1" i="0" spc="-150">
                <a:solidFill>
                  <a:schemeClr val="bg1"/>
                </a:solidFill>
                <a:latin typeface="Arial" panose="020B0604020202020204" pitchFamily="34" charset="0"/>
                <a:cs typeface="Arial" panose="020B0604020202020204" pitchFamily="34" charset="0"/>
              </a:defRPr>
            </a:lvl1pPr>
          </a:lstStyle>
          <a:p>
            <a:pPr lvl="0"/>
            <a:r>
              <a:rPr lang="en-US" dirty="0"/>
              <a:t>Click to add text</a:t>
            </a:r>
          </a:p>
        </p:txBody>
      </p:sp>
      <p:sp>
        <p:nvSpPr>
          <p:cNvPr id="4" name="Slide Number Placeholder 5">
            <a:extLst>
              <a:ext uri="{FF2B5EF4-FFF2-40B4-BE49-F238E27FC236}">
                <a16:creationId xmlns:a16="http://schemas.microsoft.com/office/drawing/2014/main" id="{AA0E3317-28EC-71CF-63FA-AE31ADB94084}"/>
              </a:ext>
            </a:extLst>
          </p:cNvPr>
          <p:cNvSpPr>
            <a:spLocks noGrp="1"/>
          </p:cNvSpPr>
          <p:nvPr>
            <p:ph type="sldNum" sz="quarter" idx="36"/>
          </p:nvPr>
        </p:nvSpPr>
        <p:spPr>
          <a:xfrm>
            <a:off x="11353800" y="6373164"/>
            <a:ext cx="457200" cy="314382"/>
          </a:xfrm>
        </p:spPr>
        <p:txBody>
          <a:bodyPr/>
          <a:lstStyle>
            <a:lvl1pPr>
              <a:defRPr>
                <a:solidFill>
                  <a:schemeClr val="bg1"/>
                </a:solidFill>
              </a:defRPr>
            </a:lvl1pPr>
          </a:lstStyle>
          <a:p>
            <a:fld id="{324C0A44-AD9E-49C7-A6F8-E7DA309B6D4F}" type="slidenum">
              <a:rPr lang="en-US" smtClean="0"/>
              <a:pPr/>
              <a:t>‹#›</a:t>
            </a:fld>
            <a:endParaRPr lang="en-US" dirty="0"/>
          </a:p>
        </p:txBody>
      </p:sp>
      <p:pic>
        <p:nvPicPr>
          <p:cNvPr id="5" name="Picture 6">
            <a:extLst>
              <a:ext uri="{FF2B5EF4-FFF2-40B4-BE49-F238E27FC236}">
                <a16:creationId xmlns:a16="http://schemas.microsoft.com/office/drawing/2014/main" id="{1B07CAF7-ED20-5B8A-36AA-3DBCAA70360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1927931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Quote Slide-oran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06-89AB-ADE4-786B-34F29EAF0EB2}"/>
              </a:ext>
            </a:extLst>
          </p:cNvPr>
          <p:cNvSpPr>
            <a:spLocks noGrp="1"/>
          </p:cNvSpPr>
          <p:nvPr>
            <p:ph type="title" hasCustomPrompt="1"/>
          </p:nvPr>
        </p:nvSpPr>
        <p:spPr>
          <a:xfrm>
            <a:off x="1889760" y="2143126"/>
            <a:ext cx="8412480" cy="1975104"/>
          </a:xfrm>
        </p:spPr>
        <p:txBody>
          <a:bodyPr>
            <a:noAutofit/>
          </a:bodyPr>
          <a:lstStyle>
            <a:lvl1pPr>
              <a:defRPr sz="3800">
                <a:solidFill>
                  <a:schemeClr val="bg1"/>
                </a:solidFill>
              </a:defRPr>
            </a:lvl1pPr>
          </a:lstStyle>
          <a:p>
            <a:r>
              <a:rPr lang="en-US" dirty="0"/>
              <a:t>Click to add text</a:t>
            </a:r>
          </a:p>
        </p:txBody>
      </p:sp>
      <p:sp>
        <p:nvSpPr>
          <p:cNvPr id="828" name="Rectangle"/>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3" name="Text Placeholder 14">
            <a:extLst>
              <a:ext uri="{FF2B5EF4-FFF2-40B4-BE49-F238E27FC236}">
                <a16:creationId xmlns:a16="http://schemas.microsoft.com/office/drawing/2014/main" id="{2946A5FE-FB47-DD81-BD8E-00F5799738FA}"/>
              </a:ext>
            </a:extLst>
          </p:cNvPr>
          <p:cNvSpPr>
            <a:spLocks noGrp="1"/>
          </p:cNvSpPr>
          <p:nvPr>
            <p:ph type="body" sz="quarter" idx="19" hasCustomPrompt="1"/>
          </p:nvPr>
        </p:nvSpPr>
        <p:spPr>
          <a:xfrm>
            <a:off x="1889759" y="4460521"/>
            <a:ext cx="8412480" cy="249299"/>
          </a:xfrm>
        </p:spPr>
        <p:txBody>
          <a:bodyPr wrap="square" tIns="0" anchor="t" anchorCtr="0">
            <a:spAutoFit/>
          </a:bodyPr>
          <a:lstStyle>
            <a:lvl1pPr marL="0" indent="0">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pic>
        <p:nvPicPr>
          <p:cNvPr id="5" name="Picture 2">
            <a:extLst>
              <a:ext uri="{FF2B5EF4-FFF2-40B4-BE49-F238E27FC236}">
                <a16:creationId xmlns:a16="http://schemas.microsoft.com/office/drawing/2014/main" id="{74530397-3322-DD2B-9895-AE0F3F0990B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V="1">
            <a:off x="1251948" y="868491"/>
            <a:ext cx="1275621" cy="768115"/>
          </a:xfrm>
          <a:prstGeom prst="rect">
            <a:avLst/>
          </a:prstGeom>
        </p:spPr>
      </p:pic>
      <p:pic>
        <p:nvPicPr>
          <p:cNvPr id="7" name="Picture 2">
            <a:extLst>
              <a:ext uri="{FF2B5EF4-FFF2-40B4-BE49-F238E27FC236}">
                <a16:creationId xmlns:a16="http://schemas.microsoft.com/office/drawing/2014/main" id="{11AC9D0B-AFA2-0C53-2990-AABE4BDFBF7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H="1">
            <a:off x="9666743" y="5008807"/>
            <a:ext cx="1275621" cy="768115"/>
          </a:xfrm>
          <a:prstGeom prst="rect">
            <a:avLst/>
          </a:prstGeom>
        </p:spPr>
      </p:pic>
      <p:pic>
        <p:nvPicPr>
          <p:cNvPr id="4" name="Picture 6">
            <a:extLst>
              <a:ext uri="{FF2B5EF4-FFF2-40B4-BE49-F238E27FC236}">
                <a16:creationId xmlns:a16="http://schemas.microsoft.com/office/drawing/2014/main" id="{0398C365-883B-47BE-AC57-C6BC1561021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3654138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Quote Slide-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06-89AB-ADE4-786B-34F29EAF0EB2}"/>
              </a:ext>
            </a:extLst>
          </p:cNvPr>
          <p:cNvSpPr>
            <a:spLocks noGrp="1"/>
          </p:cNvSpPr>
          <p:nvPr>
            <p:ph type="title" hasCustomPrompt="1"/>
          </p:nvPr>
        </p:nvSpPr>
        <p:spPr>
          <a:xfrm>
            <a:off x="1889760" y="2143126"/>
            <a:ext cx="8412480" cy="1975104"/>
          </a:xfrm>
        </p:spPr>
        <p:txBody>
          <a:bodyPr>
            <a:noAutofit/>
          </a:bodyPr>
          <a:lstStyle>
            <a:lvl1pPr>
              <a:defRPr sz="3800">
                <a:solidFill>
                  <a:schemeClr val="bg1"/>
                </a:solidFill>
              </a:defRPr>
            </a:lvl1pPr>
          </a:lstStyle>
          <a:p>
            <a:r>
              <a:rPr lang="en-US" dirty="0"/>
              <a:t>Click to add text</a:t>
            </a:r>
          </a:p>
        </p:txBody>
      </p:sp>
      <p:sp>
        <p:nvSpPr>
          <p:cNvPr id="828" name="Rectangle"/>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5" name="Picture 2">
            <a:extLst>
              <a:ext uri="{FF2B5EF4-FFF2-40B4-BE49-F238E27FC236}">
                <a16:creationId xmlns:a16="http://schemas.microsoft.com/office/drawing/2014/main" id="{45A639AF-8CBF-AE67-09FE-2977533B690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V="1">
            <a:off x="1251948" y="868491"/>
            <a:ext cx="1275621" cy="768115"/>
          </a:xfrm>
          <a:prstGeom prst="rect">
            <a:avLst/>
          </a:prstGeom>
        </p:spPr>
      </p:pic>
      <p:pic>
        <p:nvPicPr>
          <p:cNvPr id="7" name="Picture 2">
            <a:extLst>
              <a:ext uri="{FF2B5EF4-FFF2-40B4-BE49-F238E27FC236}">
                <a16:creationId xmlns:a16="http://schemas.microsoft.com/office/drawing/2014/main" id="{E55E0C4A-5EB6-5704-B085-23EC21A86A9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H="1">
            <a:off x="9666743" y="5008807"/>
            <a:ext cx="1275621" cy="768115"/>
          </a:xfrm>
          <a:prstGeom prst="rect">
            <a:avLst/>
          </a:prstGeom>
        </p:spPr>
      </p:pic>
      <p:sp>
        <p:nvSpPr>
          <p:cNvPr id="4" name="Text Placeholder 14">
            <a:extLst>
              <a:ext uri="{FF2B5EF4-FFF2-40B4-BE49-F238E27FC236}">
                <a16:creationId xmlns:a16="http://schemas.microsoft.com/office/drawing/2014/main" id="{34A6259F-2EFD-87C1-45E3-5CDE930A0830}"/>
              </a:ext>
            </a:extLst>
          </p:cNvPr>
          <p:cNvSpPr>
            <a:spLocks noGrp="1"/>
          </p:cNvSpPr>
          <p:nvPr>
            <p:ph type="body" sz="quarter" idx="19" hasCustomPrompt="1"/>
          </p:nvPr>
        </p:nvSpPr>
        <p:spPr>
          <a:xfrm>
            <a:off x="1889759" y="4460521"/>
            <a:ext cx="8412480" cy="249299"/>
          </a:xfrm>
        </p:spPr>
        <p:txBody>
          <a:bodyPr wrap="square" tIns="0" anchor="t" anchorCtr="0">
            <a:spAutoFit/>
          </a:bodyPr>
          <a:lstStyle>
            <a:lvl1pPr marL="0" indent="0">
              <a:lnSpc>
                <a:spcPct val="90000"/>
              </a:lnSpc>
              <a:spcBef>
                <a:spcPts val="500"/>
              </a:spcBef>
              <a:buNone/>
              <a:defRPr sz="1800" b="0"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pic>
        <p:nvPicPr>
          <p:cNvPr id="3" name="Picture 6">
            <a:extLst>
              <a:ext uri="{FF2B5EF4-FFF2-40B4-BE49-F238E27FC236}">
                <a16:creationId xmlns:a16="http://schemas.microsoft.com/office/drawing/2014/main" id="{9F6E4704-0C66-CE02-2BC2-9E10776772C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7485789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Quot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06-89AB-ADE4-786B-34F29EAF0EB2}"/>
              </a:ext>
            </a:extLst>
          </p:cNvPr>
          <p:cNvSpPr>
            <a:spLocks noGrp="1"/>
          </p:cNvSpPr>
          <p:nvPr>
            <p:ph type="title" hasCustomPrompt="1"/>
          </p:nvPr>
        </p:nvSpPr>
        <p:spPr>
          <a:xfrm>
            <a:off x="1889760" y="2143126"/>
            <a:ext cx="8412480" cy="1975104"/>
          </a:xfrm>
        </p:spPr>
        <p:txBody>
          <a:bodyPr>
            <a:noAutofit/>
          </a:bodyPr>
          <a:lstStyle>
            <a:lvl1pPr>
              <a:defRPr sz="3800">
                <a:solidFill>
                  <a:schemeClr val="tx1"/>
                </a:solidFill>
              </a:defRPr>
            </a:lvl1pPr>
          </a:lstStyle>
          <a:p>
            <a:r>
              <a:rPr lang="en-US" dirty="0"/>
              <a:t>Click to add text</a:t>
            </a:r>
          </a:p>
        </p:txBody>
      </p:sp>
      <p:sp>
        <p:nvSpPr>
          <p:cNvPr id="11" name="Title 1">
            <a:extLst>
              <a:ext uri="{FF2B5EF4-FFF2-40B4-BE49-F238E27FC236}">
                <a16:creationId xmlns:a16="http://schemas.microsoft.com/office/drawing/2014/main" id="{7ED74AB0-E519-5284-3A3E-6D16053C5A7F}"/>
              </a:ext>
            </a:extLst>
          </p:cNvPr>
          <p:cNvSpPr txBox="1">
            <a:spLocks/>
          </p:cNvSpPr>
          <p:nvPr userDrawn="1"/>
        </p:nvSpPr>
        <p:spPr>
          <a:xfrm>
            <a:off x="381000" y="365126"/>
            <a:ext cx="10181253" cy="81053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000" b="1" kern="1200" spc="-150">
                <a:solidFill>
                  <a:schemeClr val="tx1"/>
                </a:solidFill>
                <a:latin typeface="+mj-lt"/>
                <a:ea typeface="+mj-ea"/>
                <a:cs typeface="+mj-cs"/>
              </a:defRPr>
            </a:lvl1pPr>
          </a:lstStyle>
          <a:p>
            <a:endParaRPr lang="en-US" dirty="0"/>
          </a:p>
        </p:txBody>
      </p:sp>
      <p:sp>
        <p:nvSpPr>
          <p:cNvPr id="5" name="Rectangle">
            <a:extLst>
              <a:ext uri="{FF2B5EF4-FFF2-40B4-BE49-F238E27FC236}">
                <a16:creationId xmlns:a16="http://schemas.microsoft.com/office/drawing/2014/main" id="{D672FB7C-35AC-B51C-0C03-F8DDB046C3C7}"/>
              </a:ext>
            </a:extLst>
          </p:cNvPr>
          <p:cNvSpPr/>
          <p:nvPr userDrawn="1"/>
        </p:nvSpPr>
        <p:spPr>
          <a:xfrm>
            <a:off x="165702" y="190500"/>
            <a:ext cx="11860596"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12" name="Picture 2">
            <a:extLst>
              <a:ext uri="{FF2B5EF4-FFF2-40B4-BE49-F238E27FC236}">
                <a16:creationId xmlns:a16="http://schemas.microsoft.com/office/drawing/2014/main" id="{ED355486-89B3-0B53-B9AE-5BF2A6122B9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V="1">
            <a:off x="1251948" y="868491"/>
            <a:ext cx="1275621" cy="768115"/>
          </a:xfrm>
          <a:prstGeom prst="rect">
            <a:avLst/>
          </a:prstGeom>
        </p:spPr>
      </p:pic>
      <p:pic>
        <p:nvPicPr>
          <p:cNvPr id="14" name="Picture 2">
            <a:extLst>
              <a:ext uri="{FF2B5EF4-FFF2-40B4-BE49-F238E27FC236}">
                <a16:creationId xmlns:a16="http://schemas.microsoft.com/office/drawing/2014/main" id="{D98C52DD-6D81-8EB0-D3B4-B3E981141A8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H="1">
            <a:off x="9666743" y="5008807"/>
            <a:ext cx="1275621" cy="768115"/>
          </a:xfrm>
          <a:prstGeom prst="rect">
            <a:avLst/>
          </a:prstGeom>
        </p:spPr>
      </p:pic>
      <p:sp>
        <p:nvSpPr>
          <p:cNvPr id="4" name="Text Placeholder 14">
            <a:extLst>
              <a:ext uri="{FF2B5EF4-FFF2-40B4-BE49-F238E27FC236}">
                <a16:creationId xmlns:a16="http://schemas.microsoft.com/office/drawing/2014/main" id="{83CB07BB-C247-5481-7D56-3CC64FD19FC7}"/>
              </a:ext>
            </a:extLst>
          </p:cNvPr>
          <p:cNvSpPr>
            <a:spLocks noGrp="1"/>
          </p:cNvSpPr>
          <p:nvPr>
            <p:ph type="body" sz="quarter" idx="19" hasCustomPrompt="1"/>
          </p:nvPr>
        </p:nvSpPr>
        <p:spPr>
          <a:xfrm>
            <a:off x="1889759" y="4460521"/>
            <a:ext cx="8412480" cy="249299"/>
          </a:xfrm>
        </p:spPr>
        <p:txBody>
          <a:bodyPr wrap="square" tIns="0" anchor="t" anchorCtr="0">
            <a:spAutoFit/>
          </a:bodyPr>
          <a:lstStyle>
            <a:lvl1pPr marL="0" indent="0">
              <a:lnSpc>
                <a:spcPct val="90000"/>
              </a:lnSpc>
              <a:spcBef>
                <a:spcPts val="500"/>
              </a:spcBef>
              <a:buNone/>
              <a:defRPr sz="1800" b="0" spc="0" baseline="0">
                <a:solidFill>
                  <a:schemeClr val="tx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pic>
        <p:nvPicPr>
          <p:cNvPr id="6" name="Picture 6">
            <a:extLst>
              <a:ext uri="{FF2B5EF4-FFF2-40B4-BE49-F238E27FC236}">
                <a16:creationId xmlns:a16="http://schemas.microsoft.com/office/drawing/2014/main" id="{E429F63C-4869-FE3D-4D12-13F1A631198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2" y="406351"/>
            <a:ext cx="834461" cy="272107"/>
          </a:xfrm>
          <a:prstGeom prst="rect">
            <a:avLst/>
          </a:prstGeom>
        </p:spPr>
      </p:pic>
    </p:spTree>
    <p:extLst>
      <p:ext uri="{BB962C8B-B14F-4D97-AF65-F5344CB8AC3E}">
        <p14:creationId xmlns:p14="http://schemas.microsoft.com/office/powerpoint/2010/main" val="12730267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hoto (call ou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919BE72-EEC3-84D0-78ED-8CECC2C7ADA2}"/>
              </a:ext>
            </a:extLst>
          </p:cNvPr>
          <p:cNvSpPr>
            <a:spLocks noGrp="1"/>
          </p:cNvSpPr>
          <p:nvPr>
            <p:ph type="pic" sz="quarter" idx="15"/>
          </p:nvPr>
        </p:nvSpPr>
        <p:spPr>
          <a:xfrm>
            <a:off x="7945777" y="1371600"/>
            <a:ext cx="4246223" cy="5486400"/>
          </a:xfrm>
          <a:custGeom>
            <a:avLst/>
            <a:gdLst>
              <a:gd name="connsiteX0" fmla="*/ 0 w 4246223"/>
              <a:gd name="connsiteY0" fmla="*/ 0 h 5486400"/>
              <a:gd name="connsiteX1" fmla="*/ 4246223 w 4246223"/>
              <a:gd name="connsiteY1" fmla="*/ 0 h 5486400"/>
              <a:gd name="connsiteX2" fmla="*/ 4246223 w 4246223"/>
              <a:gd name="connsiteY2" fmla="*/ 5486400 h 5486400"/>
              <a:gd name="connsiteX3" fmla="*/ 1643231 w 4246223"/>
              <a:gd name="connsiteY3" fmla="*/ 5486400 h 5486400"/>
              <a:gd name="connsiteX4" fmla="*/ 1643231 w 4246223"/>
              <a:gd name="connsiteY4" fmla="*/ 3520440 h 5486400"/>
              <a:gd name="connsiteX5" fmla="*/ 0 w 4246223"/>
              <a:gd name="connsiteY5" fmla="*/ 352044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46223" h="5486400">
                <a:moveTo>
                  <a:pt x="0" y="0"/>
                </a:moveTo>
                <a:lnTo>
                  <a:pt x="4246223" y="0"/>
                </a:lnTo>
                <a:lnTo>
                  <a:pt x="4246223" y="5486400"/>
                </a:lnTo>
                <a:lnTo>
                  <a:pt x="1643231" y="5486400"/>
                </a:lnTo>
                <a:lnTo>
                  <a:pt x="1643231" y="3520440"/>
                </a:lnTo>
                <a:lnTo>
                  <a:pt x="0" y="3520440"/>
                </a:lnTo>
                <a:close/>
              </a:path>
            </a:pathLst>
          </a:custGeom>
        </p:spPr>
        <p:txBody>
          <a:bodyPr wrap="square">
            <a:noAutofit/>
          </a:bodyPr>
          <a:lstStyle/>
          <a:p>
            <a:r>
              <a:rPr lang="en-GB" dirty="0"/>
              <a:t>Click icon to add picture</a:t>
            </a:r>
            <a:endParaRPr lang="en-US" dirty="0"/>
          </a:p>
        </p:txBody>
      </p:sp>
      <p:sp>
        <p:nvSpPr>
          <p:cNvPr id="2" name="Title 1">
            <a:extLst>
              <a:ext uri="{FF2B5EF4-FFF2-40B4-BE49-F238E27FC236}">
                <a16:creationId xmlns:a16="http://schemas.microsoft.com/office/drawing/2014/main" id="{D316D2B1-EBEF-DF50-F471-A0723DDF4E0C}"/>
              </a:ext>
            </a:extLst>
          </p:cNvPr>
          <p:cNvSpPr>
            <a:spLocks noGrp="1"/>
          </p:cNvSpPr>
          <p:nvPr>
            <p:ph type="title" hasCustomPrompt="1"/>
          </p:nvPr>
        </p:nvSpPr>
        <p:spPr/>
        <p:txBody>
          <a:bodyPr/>
          <a:lstStyle/>
          <a:p>
            <a:r>
              <a:rPr lang="en-US" dirty="0"/>
              <a:t>Click to add title</a:t>
            </a:r>
          </a:p>
        </p:txBody>
      </p:sp>
      <p:sp>
        <p:nvSpPr>
          <p:cNvPr id="4" name="Slide Number Placeholder 3">
            <a:extLst>
              <a:ext uri="{FF2B5EF4-FFF2-40B4-BE49-F238E27FC236}">
                <a16:creationId xmlns:a16="http://schemas.microsoft.com/office/drawing/2014/main" id="{2E4E1CD6-C6CF-7436-610F-7706F91D752E}"/>
              </a:ext>
            </a:extLst>
          </p:cNvPr>
          <p:cNvSpPr>
            <a:spLocks noGrp="1"/>
          </p:cNvSpPr>
          <p:nvPr>
            <p:ph type="sldNum" sz="quarter" idx="11"/>
          </p:nvPr>
        </p:nvSpPr>
        <p:spPr/>
        <p:txBody>
          <a:bodyPr/>
          <a:lstStyle/>
          <a:p>
            <a:fld id="{324C0A44-AD9E-49C7-A6F8-E7DA309B6D4F}" type="slidenum">
              <a:rPr lang="en-US" smtClean="0"/>
              <a:pPr/>
              <a:t>‹#›</a:t>
            </a:fld>
            <a:endParaRPr lang="en-US" dirty="0"/>
          </a:p>
        </p:txBody>
      </p:sp>
      <p:sp>
        <p:nvSpPr>
          <p:cNvPr id="5" name="Text Placeholder 7">
            <a:extLst>
              <a:ext uri="{FF2B5EF4-FFF2-40B4-BE49-F238E27FC236}">
                <a16:creationId xmlns:a16="http://schemas.microsoft.com/office/drawing/2014/main" id="{20099B59-DB61-5820-31DF-38EF9D783D17}"/>
              </a:ext>
            </a:extLst>
          </p:cNvPr>
          <p:cNvSpPr>
            <a:spLocks noGrp="1"/>
          </p:cNvSpPr>
          <p:nvPr>
            <p:ph type="body" sz="quarter" idx="13" hasCustomPrompt="1"/>
          </p:nvPr>
        </p:nvSpPr>
        <p:spPr>
          <a:xfrm>
            <a:off x="381000" y="1371600"/>
            <a:ext cx="6769100" cy="314325"/>
          </a:xfrm>
        </p:spPr>
        <p:txBody>
          <a:bodyPr>
            <a:noAutofit/>
          </a:bodyPr>
          <a:lstStyle>
            <a:lvl1pPr marL="0" indent="0">
              <a:buNone/>
              <a:defRPr sz="2000" b="1" spc="0" baseline="0"/>
            </a:lvl1pPr>
          </a:lstStyle>
          <a:p>
            <a:pPr lvl="0"/>
            <a:r>
              <a:rPr lang="en-US" dirty="0"/>
              <a:t>Click to add text</a:t>
            </a:r>
          </a:p>
        </p:txBody>
      </p:sp>
      <p:sp>
        <p:nvSpPr>
          <p:cNvPr id="7" name="Text Placeholder 6">
            <a:extLst>
              <a:ext uri="{FF2B5EF4-FFF2-40B4-BE49-F238E27FC236}">
                <a16:creationId xmlns:a16="http://schemas.microsoft.com/office/drawing/2014/main" id="{79F84DB0-C881-0395-468C-47B9CBA54691}"/>
              </a:ext>
            </a:extLst>
          </p:cNvPr>
          <p:cNvSpPr>
            <a:spLocks noGrp="1"/>
          </p:cNvSpPr>
          <p:nvPr>
            <p:ph type="body" sz="quarter" idx="14" hasCustomPrompt="1"/>
          </p:nvPr>
        </p:nvSpPr>
        <p:spPr>
          <a:xfrm>
            <a:off x="381000" y="1785969"/>
            <a:ext cx="6769100" cy="2918732"/>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ext Placeholder 12">
            <a:extLst>
              <a:ext uri="{FF2B5EF4-FFF2-40B4-BE49-F238E27FC236}">
                <a16:creationId xmlns:a16="http://schemas.microsoft.com/office/drawing/2014/main" id="{3B7AA824-6702-D140-6158-DBC4DAD43E69}"/>
              </a:ext>
            </a:extLst>
          </p:cNvPr>
          <p:cNvSpPr>
            <a:spLocks noGrp="1"/>
          </p:cNvSpPr>
          <p:nvPr>
            <p:ph type="body" sz="quarter" idx="16" hasCustomPrompt="1"/>
          </p:nvPr>
        </p:nvSpPr>
        <p:spPr>
          <a:xfrm>
            <a:off x="2602992" y="4892040"/>
            <a:ext cx="6983770" cy="1965960"/>
          </a:xfrm>
          <a:solidFill>
            <a:srgbClr val="FA4616"/>
          </a:solidFill>
        </p:spPr>
        <p:txBody>
          <a:bodyPr lIns="320040" tIns="320040" rIns="320040" bIns="320040">
            <a:noAutofit/>
          </a:bodyPr>
          <a:lstStyle>
            <a:lvl1pPr marL="0" indent="0">
              <a:buNone/>
              <a:defRPr sz="2400" b="1" spc="-150">
                <a:solidFill>
                  <a:schemeClr val="bg1"/>
                </a:solidFill>
              </a:defRPr>
            </a:lvl1pPr>
          </a:lstStyle>
          <a:p>
            <a:pPr lvl="0"/>
            <a:r>
              <a:rPr lang="en-GB" dirty="0"/>
              <a:t>Click to add text</a:t>
            </a:r>
          </a:p>
        </p:txBody>
      </p:sp>
      <p:pic>
        <p:nvPicPr>
          <p:cNvPr id="8" name="Picture 9">
            <a:extLst>
              <a:ext uri="{FF2B5EF4-FFF2-40B4-BE49-F238E27FC236}">
                <a16:creationId xmlns:a16="http://schemas.microsoft.com/office/drawing/2014/main" id="{83E30C8A-5D2F-C27F-AFC1-B6F07606413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945777" y="3939540"/>
            <a:ext cx="965200" cy="965200"/>
          </a:xfrm>
          <a:prstGeom prst="rect">
            <a:avLst/>
          </a:prstGeom>
        </p:spPr>
      </p:pic>
    </p:spTree>
    <p:extLst>
      <p:ext uri="{BB962C8B-B14F-4D97-AF65-F5344CB8AC3E}">
        <p14:creationId xmlns:p14="http://schemas.microsoft.com/office/powerpoint/2010/main" val="41558563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tatement with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0607A-F06E-1055-E9B5-9F1ECC6FA55B}"/>
              </a:ext>
            </a:extLst>
          </p:cNvPr>
          <p:cNvSpPr>
            <a:spLocks noGrp="1"/>
          </p:cNvSpPr>
          <p:nvPr>
            <p:ph type="title" hasCustomPrompt="1"/>
          </p:nvPr>
        </p:nvSpPr>
        <p:spPr/>
        <p:txBody>
          <a:bodyPr/>
          <a:lstStyle/>
          <a:p>
            <a:r>
              <a:rPr lang="en-US" dirty="0"/>
              <a:t>Click to add title</a:t>
            </a:r>
          </a:p>
        </p:txBody>
      </p:sp>
      <p:sp>
        <p:nvSpPr>
          <p:cNvPr id="4" name="Slide Number Placeholder 3">
            <a:extLst>
              <a:ext uri="{FF2B5EF4-FFF2-40B4-BE49-F238E27FC236}">
                <a16:creationId xmlns:a16="http://schemas.microsoft.com/office/drawing/2014/main" id="{01AC5AFA-D99A-BFC4-340C-CADB83E524E7}"/>
              </a:ext>
            </a:extLst>
          </p:cNvPr>
          <p:cNvSpPr>
            <a:spLocks noGrp="1"/>
          </p:cNvSpPr>
          <p:nvPr>
            <p:ph type="sldNum" sz="quarter" idx="11"/>
          </p:nvPr>
        </p:nvSpPr>
        <p:spPr/>
        <p:txBody>
          <a:bodyPr/>
          <a:lstStyle/>
          <a:p>
            <a:fld id="{324C0A44-AD9E-49C7-A6F8-E7DA309B6D4F}" type="slidenum">
              <a:rPr lang="en-US" smtClean="0"/>
              <a:pPr/>
              <a:t>‹#›</a:t>
            </a:fld>
            <a:endParaRPr lang="en-US" dirty="0"/>
          </a:p>
        </p:txBody>
      </p:sp>
      <p:sp>
        <p:nvSpPr>
          <p:cNvPr id="6" name="Text Placeholder 5">
            <a:extLst>
              <a:ext uri="{FF2B5EF4-FFF2-40B4-BE49-F238E27FC236}">
                <a16:creationId xmlns:a16="http://schemas.microsoft.com/office/drawing/2014/main" id="{1D6654A0-5FC8-E6AA-2A11-1F0AC087EDC8}"/>
              </a:ext>
            </a:extLst>
          </p:cNvPr>
          <p:cNvSpPr>
            <a:spLocks noGrp="1"/>
          </p:cNvSpPr>
          <p:nvPr>
            <p:ph type="body" sz="quarter" idx="12" hasCustomPrompt="1"/>
          </p:nvPr>
        </p:nvSpPr>
        <p:spPr>
          <a:xfrm>
            <a:off x="381000" y="2610761"/>
            <a:ext cx="3474720" cy="2159000"/>
          </a:xfrm>
          <a:solidFill>
            <a:srgbClr val="FA4616"/>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7" name="Text Placeholder 5">
            <a:extLst>
              <a:ext uri="{FF2B5EF4-FFF2-40B4-BE49-F238E27FC236}">
                <a16:creationId xmlns:a16="http://schemas.microsoft.com/office/drawing/2014/main" id="{58008FFC-23EA-2AEF-B0BE-A8340AD9DCDC}"/>
              </a:ext>
            </a:extLst>
          </p:cNvPr>
          <p:cNvSpPr>
            <a:spLocks noGrp="1"/>
          </p:cNvSpPr>
          <p:nvPr>
            <p:ph type="body" sz="quarter" idx="13" hasCustomPrompt="1"/>
          </p:nvPr>
        </p:nvSpPr>
        <p:spPr>
          <a:xfrm>
            <a:off x="4358640" y="2610761"/>
            <a:ext cx="3474720" cy="2159000"/>
          </a:xfrm>
          <a:solidFill>
            <a:srgbClr val="0BA2B3"/>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8" name="Text Placeholder 5">
            <a:extLst>
              <a:ext uri="{FF2B5EF4-FFF2-40B4-BE49-F238E27FC236}">
                <a16:creationId xmlns:a16="http://schemas.microsoft.com/office/drawing/2014/main" id="{6AB20B39-5DC4-C563-492B-12430CA19506}"/>
              </a:ext>
            </a:extLst>
          </p:cNvPr>
          <p:cNvSpPr>
            <a:spLocks noGrp="1"/>
          </p:cNvSpPr>
          <p:nvPr>
            <p:ph type="body" sz="quarter" idx="14" hasCustomPrompt="1"/>
          </p:nvPr>
        </p:nvSpPr>
        <p:spPr>
          <a:xfrm>
            <a:off x="8336279" y="2610761"/>
            <a:ext cx="3474720" cy="2159000"/>
          </a:xfrm>
          <a:solidFill>
            <a:srgbClr val="1E6482"/>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Tree>
    <p:extLst>
      <p:ext uri="{BB962C8B-B14F-4D97-AF65-F5344CB8AC3E}">
        <p14:creationId xmlns:p14="http://schemas.microsoft.com/office/powerpoint/2010/main" val="23654097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one photo-right">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F2F256DF-1CAB-3394-D169-8EE8081C1B9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7" name="Picture Placeholder 62">
            <a:extLst>
              <a:ext uri="{FF2B5EF4-FFF2-40B4-BE49-F238E27FC236}">
                <a16:creationId xmlns:a16="http://schemas.microsoft.com/office/drawing/2014/main" id="{5BED1ACF-EDDA-2866-27BC-53B5BDD9F9F7}"/>
              </a:ext>
            </a:extLst>
          </p:cNvPr>
          <p:cNvSpPr>
            <a:spLocks noGrp="1" noChangeAspect="1"/>
          </p:cNvSpPr>
          <p:nvPr>
            <p:ph type="pic" sz="quarter" idx="34"/>
          </p:nvPr>
        </p:nvSpPr>
        <p:spPr>
          <a:xfrm>
            <a:off x="8310687" y="2000249"/>
            <a:ext cx="3498507" cy="348773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8" name="Text Placeholder 21">
            <a:extLst>
              <a:ext uri="{FF2B5EF4-FFF2-40B4-BE49-F238E27FC236}">
                <a16:creationId xmlns:a16="http://schemas.microsoft.com/office/drawing/2014/main" id="{4BDB85EA-D971-A11F-1E43-CA00473DC640}"/>
              </a:ext>
            </a:extLst>
          </p:cNvPr>
          <p:cNvSpPr>
            <a:spLocks noGrp="1"/>
          </p:cNvSpPr>
          <p:nvPr>
            <p:ph type="body" sz="quarter" idx="11" hasCustomPrompt="1"/>
          </p:nvPr>
        </p:nvSpPr>
        <p:spPr>
          <a:xfrm>
            <a:off x="382806" y="2000250"/>
            <a:ext cx="7670800" cy="2162799"/>
          </a:xfrm>
        </p:spPr>
        <p:txBody>
          <a:bodyPr anchor="b">
            <a:noAutofit/>
          </a:bodyPr>
          <a:lstStyle>
            <a:lvl1pPr marL="0" indent="0">
              <a:buNone/>
              <a:defRPr sz="3200"/>
            </a:lvl1pPr>
            <a:lvl2pPr marL="0" indent="0">
              <a:buNone/>
              <a:defRPr/>
            </a:lvl2pPr>
          </a:lstStyle>
          <a:p>
            <a:pPr lvl="0"/>
            <a:r>
              <a:rPr lang="en-GB" dirty="0"/>
              <a:t>Click to add text</a:t>
            </a:r>
          </a:p>
        </p:txBody>
      </p:sp>
      <p:sp>
        <p:nvSpPr>
          <p:cNvPr id="9" name="Text Placeholder 3">
            <a:extLst>
              <a:ext uri="{FF2B5EF4-FFF2-40B4-BE49-F238E27FC236}">
                <a16:creationId xmlns:a16="http://schemas.microsoft.com/office/drawing/2014/main" id="{6780F1B6-9C30-8660-E2D5-298818CD04CC}"/>
              </a:ext>
            </a:extLst>
          </p:cNvPr>
          <p:cNvSpPr>
            <a:spLocks noGrp="1"/>
          </p:cNvSpPr>
          <p:nvPr>
            <p:ph type="body" sz="quarter" idx="14" hasCustomPrompt="1"/>
          </p:nvPr>
        </p:nvSpPr>
        <p:spPr>
          <a:xfrm>
            <a:off x="382842" y="4432783"/>
            <a:ext cx="7668958" cy="1055204"/>
          </a:xfrm>
        </p:spPr>
        <p:txBody>
          <a:bodyPr>
            <a:noAutofit/>
          </a:bodyPr>
          <a:lstStyle>
            <a:lvl1pPr>
              <a:spcBef>
                <a:spcPts val="0"/>
              </a:spcBef>
              <a:defRPr sz="1600" b="1">
                <a:solidFill>
                  <a:schemeClr val="accent1"/>
                </a:solidFill>
              </a:defRPr>
            </a:lvl1pPr>
            <a:lvl2pPr marL="0" indent="0">
              <a:spcBef>
                <a:spcPts val="0"/>
              </a:spcBef>
              <a:buNone/>
              <a:defRPr sz="1400" b="1"/>
            </a:lvl2pPr>
            <a:lvl3pPr marL="0" indent="0">
              <a:spcBef>
                <a:spcPts val="0"/>
              </a:spcBef>
              <a:buNone/>
              <a:defRPr sz="1400"/>
            </a:lvl3pPr>
          </a:lstStyle>
          <a:p>
            <a:pPr lvl="0"/>
            <a:r>
              <a:rPr lang="en-GB" dirty="0"/>
              <a:t>Click to add text</a:t>
            </a:r>
          </a:p>
          <a:p>
            <a:pPr lvl="1"/>
            <a:r>
              <a:rPr lang="en-GB" dirty="0"/>
              <a:t>Second level</a:t>
            </a:r>
          </a:p>
          <a:p>
            <a:pPr lvl="2"/>
            <a:r>
              <a:rPr lang="en-GB" dirty="0"/>
              <a:t>Third level</a:t>
            </a:r>
          </a:p>
        </p:txBody>
      </p:sp>
      <p:sp>
        <p:nvSpPr>
          <p:cNvPr id="11" name="Title 1">
            <a:extLst>
              <a:ext uri="{FF2B5EF4-FFF2-40B4-BE49-F238E27FC236}">
                <a16:creationId xmlns:a16="http://schemas.microsoft.com/office/drawing/2014/main" id="{6D5F3B0B-9D87-88C5-1027-7965A89F5B3D}"/>
              </a:ext>
            </a:extLst>
          </p:cNvPr>
          <p:cNvSpPr>
            <a:spLocks noGrp="1"/>
          </p:cNvSpPr>
          <p:nvPr>
            <p:ph type="title" hasCustomPrompt="1"/>
          </p:nvPr>
        </p:nvSpPr>
        <p:spPr>
          <a:xfrm>
            <a:off x="381000" y="365126"/>
            <a:ext cx="10181253" cy="810532"/>
          </a:xfrm>
        </p:spPr>
        <p:txBody>
          <a:bodyPr/>
          <a:lstStyle/>
          <a:p>
            <a:r>
              <a:rPr lang="en-US" dirty="0"/>
              <a:t>Click to add title</a:t>
            </a:r>
          </a:p>
        </p:txBody>
      </p:sp>
    </p:spTree>
    <p:extLst>
      <p:ext uri="{BB962C8B-B14F-4D97-AF65-F5344CB8AC3E}">
        <p14:creationId xmlns:p14="http://schemas.microsoft.com/office/powerpoint/2010/main" val="11719824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Image left">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88FDB257-6E85-C512-B079-E2BBDED9CFAF}"/>
              </a:ext>
            </a:extLst>
          </p:cNvPr>
          <p:cNvSpPr>
            <a:spLocks noGrp="1"/>
          </p:cNvSpPr>
          <p:nvPr>
            <p:ph type="body" sz="quarter" idx="14" hasCustomPrompt="1"/>
          </p:nvPr>
        </p:nvSpPr>
        <p:spPr>
          <a:xfrm>
            <a:off x="5077046" y="1384314"/>
            <a:ext cx="6734587" cy="276999"/>
          </a:xfrm>
        </p:spPr>
        <p:txBody>
          <a:bodyPr wrap="square"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Picture Placeholder 13">
            <a:extLst>
              <a:ext uri="{FF2B5EF4-FFF2-40B4-BE49-F238E27FC236}">
                <a16:creationId xmlns:a16="http://schemas.microsoft.com/office/drawing/2014/main" id="{0709A939-5C3B-F61B-5CC1-61C7175613E0}"/>
              </a:ext>
            </a:extLst>
          </p:cNvPr>
          <p:cNvSpPr>
            <a:spLocks noGrp="1"/>
          </p:cNvSpPr>
          <p:nvPr>
            <p:ph type="pic" sz="quarter" idx="15" hasCustomPrompt="1"/>
          </p:nvPr>
        </p:nvSpPr>
        <p:spPr>
          <a:xfrm>
            <a:off x="1" y="0"/>
            <a:ext cx="4747407" cy="6761480"/>
          </a:xfrm>
          <a:noFill/>
        </p:spPr>
        <p:txBody>
          <a:bodyPr anchor="ctr"/>
          <a:lstStyle>
            <a:lvl1pPr algn="ctr">
              <a:defRPr baseline="0"/>
            </a:lvl1pPr>
          </a:lstStyle>
          <a:p>
            <a:r>
              <a:rPr lang="en-US"/>
              <a:t>Click icon or drag to insert image</a:t>
            </a:r>
          </a:p>
        </p:txBody>
      </p:sp>
      <p:sp>
        <p:nvSpPr>
          <p:cNvPr id="3" name="Content Placeholder 2">
            <a:extLst>
              <a:ext uri="{FF2B5EF4-FFF2-40B4-BE49-F238E27FC236}">
                <a16:creationId xmlns:a16="http://schemas.microsoft.com/office/drawing/2014/main" id="{6A30D00B-E72D-393A-23B7-9EE3CBF2F08F}"/>
              </a:ext>
            </a:extLst>
          </p:cNvPr>
          <p:cNvSpPr>
            <a:spLocks noGrp="1"/>
          </p:cNvSpPr>
          <p:nvPr>
            <p:ph idx="1" hasCustomPrompt="1"/>
          </p:nvPr>
        </p:nvSpPr>
        <p:spPr>
          <a:xfrm>
            <a:off x="5076964" y="1753386"/>
            <a:ext cx="6734587" cy="4072379"/>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Slide Number Placeholder 4">
            <a:extLst>
              <a:ext uri="{FF2B5EF4-FFF2-40B4-BE49-F238E27FC236}">
                <a16:creationId xmlns:a16="http://schemas.microsoft.com/office/drawing/2014/main" id="{53B20EF2-1367-C57E-4526-3C4624C9F12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5" name="Title 1">
            <a:extLst>
              <a:ext uri="{FF2B5EF4-FFF2-40B4-BE49-F238E27FC236}">
                <a16:creationId xmlns:a16="http://schemas.microsoft.com/office/drawing/2014/main" id="{B38074DB-E037-F348-76F2-4E817DAF4E50}"/>
              </a:ext>
            </a:extLst>
          </p:cNvPr>
          <p:cNvSpPr>
            <a:spLocks noGrp="1"/>
          </p:cNvSpPr>
          <p:nvPr>
            <p:ph type="title" hasCustomPrompt="1"/>
          </p:nvPr>
        </p:nvSpPr>
        <p:spPr>
          <a:xfrm>
            <a:off x="5076964" y="365126"/>
            <a:ext cx="5485289" cy="810532"/>
          </a:xfrm>
        </p:spPr>
        <p:txBody>
          <a:bodyPr/>
          <a:lstStyle/>
          <a:p>
            <a:r>
              <a:rPr lang="en-PH" dirty="0"/>
              <a:t>Click to add title</a:t>
            </a:r>
          </a:p>
        </p:txBody>
      </p:sp>
    </p:spTree>
    <p:extLst>
      <p:ext uri="{BB962C8B-B14F-4D97-AF65-F5344CB8AC3E}">
        <p14:creationId xmlns:p14="http://schemas.microsoft.com/office/powerpoint/2010/main" val="136279800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emo Video-orang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8CC0EE-3684-1C4F-014D-17BE89707B63}"/>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FA461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US" sz="1600" dirty="0">
              <a:solidFill>
                <a:schemeClr val="tx1"/>
              </a:solidFill>
              <a:latin typeface="Arial"/>
              <a:cs typeface="Arial"/>
              <a:sym typeface="Arial"/>
            </a:endParaRPr>
          </a:p>
        </p:txBody>
      </p:sp>
      <p:sp>
        <p:nvSpPr>
          <p:cNvPr id="12" name="Title 1">
            <a:extLst>
              <a:ext uri="{FF2B5EF4-FFF2-40B4-BE49-F238E27FC236}">
                <a16:creationId xmlns:a16="http://schemas.microsoft.com/office/drawing/2014/main" id="{79277D35-3A49-7880-0079-BBA83D44733E}"/>
              </a:ext>
            </a:extLst>
          </p:cNvPr>
          <p:cNvSpPr>
            <a:spLocks noGrp="1"/>
          </p:cNvSpPr>
          <p:nvPr>
            <p:ph type="title" hasCustomPrompt="1"/>
          </p:nvPr>
        </p:nvSpPr>
        <p:spPr>
          <a:xfrm>
            <a:off x="381000" y="1583771"/>
            <a:ext cx="4076699" cy="44572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13" name="Content Placeholder 2">
            <a:extLst>
              <a:ext uri="{FF2B5EF4-FFF2-40B4-BE49-F238E27FC236}">
                <a16:creationId xmlns:a16="http://schemas.microsoft.com/office/drawing/2014/main" id="{1BDCD1AB-C397-81C3-E3C5-C6380721DA27}"/>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pic>
        <p:nvPicPr>
          <p:cNvPr id="24" name="Picture 23" descr="A picture containing text, indoor, monitor, computer&#10;&#10;Description automatically generated">
            <a:extLst>
              <a:ext uri="{FF2B5EF4-FFF2-40B4-BE49-F238E27FC236}">
                <a16:creationId xmlns:a16="http://schemas.microsoft.com/office/drawing/2014/main" id="{3D60725F-C1C4-18EC-3A6A-7F5BBAE42AC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25" name="Media Placeholder 6">
            <a:extLst>
              <a:ext uri="{FF2B5EF4-FFF2-40B4-BE49-F238E27FC236}">
                <a16:creationId xmlns:a16="http://schemas.microsoft.com/office/drawing/2014/main" id="{B5E89410-82EE-8517-CB0F-31F3A8CFF2BF}"/>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6" name="Picture Placeholder 3">
            <a:extLst>
              <a:ext uri="{FF2B5EF4-FFF2-40B4-BE49-F238E27FC236}">
                <a16:creationId xmlns:a16="http://schemas.microsoft.com/office/drawing/2014/main" id="{8CA1A1F8-F5AB-9534-B9D5-D59825B1AC06}"/>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a:p>
        </p:txBody>
      </p:sp>
      <p:sp>
        <p:nvSpPr>
          <p:cNvPr id="2" name="Slide Number Placeholder 4">
            <a:extLst>
              <a:ext uri="{FF2B5EF4-FFF2-40B4-BE49-F238E27FC236}">
                <a16:creationId xmlns:a16="http://schemas.microsoft.com/office/drawing/2014/main" id="{90703906-7213-DB4E-8EA0-9EA1288E30D4}"/>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24034534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emo Video-teal">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8CC0EE-3684-1C4F-014D-17BE89707B63}"/>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0BA2B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US" sz="1600" dirty="0">
              <a:solidFill>
                <a:schemeClr val="tx1"/>
              </a:solidFill>
              <a:latin typeface="Arial"/>
              <a:cs typeface="Arial"/>
              <a:sym typeface="Arial"/>
            </a:endParaRPr>
          </a:p>
        </p:txBody>
      </p:sp>
      <p:pic>
        <p:nvPicPr>
          <p:cNvPr id="8" name="Picture 7" descr="A picture containing text, indoor, monitor, computer&#10;&#10;Description automatically generated">
            <a:extLst>
              <a:ext uri="{FF2B5EF4-FFF2-40B4-BE49-F238E27FC236}">
                <a16:creationId xmlns:a16="http://schemas.microsoft.com/office/drawing/2014/main" id="{E5AC4611-CF2A-4544-EECC-A2859AAC4D2D}"/>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10" name="Media Placeholder 6">
            <a:extLst>
              <a:ext uri="{FF2B5EF4-FFF2-40B4-BE49-F238E27FC236}">
                <a16:creationId xmlns:a16="http://schemas.microsoft.com/office/drawing/2014/main" id="{6019A792-5A23-1319-A310-5ED831A62B6A}"/>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9" name="Rectangle 26">
            <a:extLst>
              <a:ext uri="{FF2B5EF4-FFF2-40B4-BE49-F238E27FC236}">
                <a16:creationId xmlns:a16="http://schemas.microsoft.com/office/drawing/2014/main" id="{9DF8A157-8F31-D763-8E6E-7703E56D3F0E}"/>
              </a:ext>
            </a:extLst>
          </p:cNvPr>
          <p:cNvSpPr>
            <a:spLocks noGrp="1" noRot="1" noMove="1" noResize="1" noEditPoints="1" noAdjustHandles="1" noChangeArrowheads="1" noChangeShapeType="1"/>
          </p:cNvSpPr>
          <p:nvPr userDrawn="1"/>
        </p:nvSpPr>
        <p:spPr>
          <a:xfrm>
            <a:off x="501" y="6761480"/>
            <a:ext cx="12191499" cy="96520"/>
          </a:xfrm>
          <a:prstGeom prst="rect">
            <a:avLst/>
          </a:prstGeom>
          <a:solidFill>
            <a:schemeClr val="accent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6" name="Title 1">
            <a:extLst>
              <a:ext uri="{FF2B5EF4-FFF2-40B4-BE49-F238E27FC236}">
                <a16:creationId xmlns:a16="http://schemas.microsoft.com/office/drawing/2014/main" id="{CE40553F-42E6-97FB-887D-FB9942869334}"/>
              </a:ext>
            </a:extLst>
          </p:cNvPr>
          <p:cNvSpPr>
            <a:spLocks noGrp="1"/>
          </p:cNvSpPr>
          <p:nvPr>
            <p:ph type="title" hasCustomPrompt="1"/>
          </p:nvPr>
        </p:nvSpPr>
        <p:spPr>
          <a:xfrm>
            <a:off x="381000" y="1583771"/>
            <a:ext cx="4076699" cy="44572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7" name="Content Placeholder 2">
            <a:extLst>
              <a:ext uri="{FF2B5EF4-FFF2-40B4-BE49-F238E27FC236}">
                <a16:creationId xmlns:a16="http://schemas.microsoft.com/office/drawing/2014/main" id="{B3F808D8-DA5A-D620-4610-3E212B6200B3}"/>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3" name="Picture Placeholder 3">
            <a:extLst>
              <a:ext uri="{FF2B5EF4-FFF2-40B4-BE49-F238E27FC236}">
                <a16:creationId xmlns:a16="http://schemas.microsoft.com/office/drawing/2014/main" id="{2955D126-9425-10B7-C1CF-F02568D7DE01}"/>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a:p>
        </p:txBody>
      </p:sp>
      <p:sp>
        <p:nvSpPr>
          <p:cNvPr id="2" name="Slide Number Placeholder 4">
            <a:extLst>
              <a:ext uri="{FF2B5EF4-FFF2-40B4-BE49-F238E27FC236}">
                <a16:creationId xmlns:a16="http://schemas.microsoft.com/office/drawing/2014/main" id="{879D27A4-19CF-C9FB-7E11-6CA141DAFEE8}"/>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38983831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mo Video-white">
    <p:bg>
      <p:bgPr>
        <a:solidFill>
          <a:schemeClr val="bg1"/>
        </a:solidFill>
        <a:effectLst/>
      </p:bgPr>
    </p:bg>
    <p:spTree>
      <p:nvGrpSpPr>
        <p:cNvPr id="1" name=""/>
        <p:cNvGrpSpPr/>
        <p:nvPr/>
      </p:nvGrpSpPr>
      <p:grpSpPr>
        <a:xfrm>
          <a:off x="0" y="0"/>
          <a:ext cx="0" cy="0"/>
          <a:chOff x="0" y="0"/>
          <a:chExt cx="0" cy="0"/>
        </a:xfrm>
      </p:grpSpPr>
      <p:pic>
        <p:nvPicPr>
          <p:cNvPr id="24" name="Picture 23" descr="A picture containing text, indoor, monitor, computer&#10;&#10;Description automatically generated">
            <a:extLst>
              <a:ext uri="{FF2B5EF4-FFF2-40B4-BE49-F238E27FC236}">
                <a16:creationId xmlns:a16="http://schemas.microsoft.com/office/drawing/2014/main" id="{3D60725F-C1C4-18EC-3A6A-7F5BBAE42AC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25" name="Media Placeholder 6">
            <a:extLst>
              <a:ext uri="{FF2B5EF4-FFF2-40B4-BE49-F238E27FC236}">
                <a16:creationId xmlns:a16="http://schemas.microsoft.com/office/drawing/2014/main" id="{B5E89410-82EE-8517-CB0F-31F3A8CFF2BF}"/>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2" name="Title 1">
            <a:extLst>
              <a:ext uri="{FF2B5EF4-FFF2-40B4-BE49-F238E27FC236}">
                <a16:creationId xmlns:a16="http://schemas.microsoft.com/office/drawing/2014/main" id="{CDC78576-EAA5-5EE7-4563-B5E605F18C78}"/>
              </a:ext>
            </a:extLst>
          </p:cNvPr>
          <p:cNvSpPr>
            <a:spLocks noGrp="1"/>
          </p:cNvSpPr>
          <p:nvPr>
            <p:ph type="title" hasCustomPrompt="1"/>
          </p:nvPr>
        </p:nvSpPr>
        <p:spPr>
          <a:xfrm>
            <a:off x="381000" y="1583771"/>
            <a:ext cx="4076699" cy="445722"/>
          </a:xfrm>
        </p:spPr>
        <p:txBody>
          <a:bodyPr>
            <a:noAutofit/>
          </a:bodyPr>
          <a:lstStyle>
            <a:lvl1pPr>
              <a:defRPr b="1" i="0">
                <a:solidFill>
                  <a:schemeClr val="tx1"/>
                </a:solidFill>
                <a:latin typeface="Arial" panose="020B0604020202020204" pitchFamily="34" charset="0"/>
                <a:cs typeface="Arial" panose="020B0604020202020204" pitchFamily="34" charset="0"/>
              </a:defRPr>
            </a:lvl1pPr>
          </a:lstStyle>
          <a:p>
            <a:r>
              <a:rPr lang="en-US" dirty="0"/>
              <a:t>Click to add text</a:t>
            </a:r>
          </a:p>
        </p:txBody>
      </p:sp>
      <p:sp>
        <p:nvSpPr>
          <p:cNvPr id="3" name="Content Placeholder 2">
            <a:extLst>
              <a:ext uri="{FF2B5EF4-FFF2-40B4-BE49-F238E27FC236}">
                <a16:creationId xmlns:a16="http://schemas.microsoft.com/office/drawing/2014/main" id="{FC67742B-0D2F-9DF0-01A6-0DC9F69D7B7E}"/>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4" name="Picture Placeholder 3">
            <a:extLst>
              <a:ext uri="{FF2B5EF4-FFF2-40B4-BE49-F238E27FC236}">
                <a16:creationId xmlns:a16="http://schemas.microsoft.com/office/drawing/2014/main" id="{7521FC0E-6504-F363-FAC7-9918CE2D984D}"/>
              </a:ext>
            </a:extLst>
          </p:cNvPr>
          <p:cNvSpPr>
            <a:spLocks noGrp="1"/>
          </p:cNvSpPr>
          <p:nvPr>
            <p:ph type="pic" sz="quarter" idx="32"/>
          </p:nvPr>
        </p:nvSpPr>
        <p:spPr>
          <a:xfrm>
            <a:off x="381000" y="433388"/>
            <a:ext cx="4076700" cy="722312"/>
          </a:xfrm>
          <a:ln>
            <a:noFill/>
          </a:ln>
        </p:spPr>
        <p:txBody>
          <a:bodyPr/>
          <a:lstStyle>
            <a:lvl1pPr>
              <a:defRPr>
                <a:solidFill>
                  <a:schemeClr val="tx1"/>
                </a:solidFill>
              </a:defRPr>
            </a:lvl1pPr>
          </a:lstStyle>
          <a:p>
            <a:endParaRPr lang="en-US" dirty="0"/>
          </a:p>
        </p:txBody>
      </p:sp>
      <p:sp>
        <p:nvSpPr>
          <p:cNvPr id="5" name="Slide Number Placeholder 4">
            <a:extLst>
              <a:ext uri="{FF2B5EF4-FFF2-40B4-BE49-F238E27FC236}">
                <a16:creationId xmlns:a16="http://schemas.microsoft.com/office/drawing/2014/main" id="{2909A5B0-0237-C30F-374F-ADD1AC75D99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42722402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Video-alternative">
    <p:spTree>
      <p:nvGrpSpPr>
        <p:cNvPr id="1" name=""/>
        <p:cNvGrpSpPr/>
        <p:nvPr/>
      </p:nvGrpSpPr>
      <p:grpSpPr>
        <a:xfrm>
          <a:off x="0" y="0"/>
          <a:ext cx="0" cy="0"/>
          <a:chOff x="0" y="0"/>
          <a:chExt cx="0" cy="0"/>
        </a:xfrm>
      </p:grpSpPr>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2706" y="715198"/>
            <a:ext cx="9304268" cy="5352540"/>
          </a:xfrm>
          <a:prstGeom prst="rect">
            <a:avLst/>
          </a:prstGeom>
        </p:spPr>
      </p:pic>
      <p:pic>
        <p:nvPicPr>
          <p:cNvPr id="2" name="Graphic 1" hidden="1">
            <a:extLst>
              <a:ext uri="{FF2B5EF4-FFF2-40B4-BE49-F238E27FC236}">
                <a16:creationId xmlns:a16="http://schemas.microsoft.com/office/drawing/2014/main" id="{B7961E54-2D5C-F2C8-B5EB-C247C5FC79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12706" y="715198"/>
            <a:ext cx="9304268" cy="5352540"/>
          </a:xfrm>
          <a:prstGeom prst="rect">
            <a:avLst/>
          </a:prstGeom>
        </p:spPr>
      </p:pic>
      <p:sp>
        <p:nvSpPr>
          <p:cNvPr id="8" name="Title 6">
            <a:extLst>
              <a:ext uri="{FF2B5EF4-FFF2-40B4-BE49-F238E27FC236}">
                <a16:creationId xmlns:a16="http://schemas.microsoft.com/office/drawing/2014/main" id="{223966C2-4D0F-2A1B-88F3-361239C3ED8D}"/>
              </a:ext>
            </a:extLst>
          </p:cNvPr>
          <p:cNvSpPr>
            <a:spLocks noGrp="1"/>
          </p:cNvSpPr>
          <p:nvPr>
            <p:ph type="title" hasCustomPrompt="1"/>
          </p:nvPr>
        </p:nvSpPr>
        <p:spPr>
          <a:xfrm>
            <a:off x="381000" y="365126"/>
            <a:ext cx="10181253" cy="810532"/>
          </a:xfrm>
        </p:spPr>
        <p:txBody>
          <a:bodyPr/>
          <a:lstStyle/>
          <a:p>
            <a:r>
              <a:rPr lang="en-US" dirty="0"/>
              <a:t>Click to add title</a:t>
            </a:r>
          </a:p>
        </p:txBody>
      </p:sp>
      <p:pic>
        <p:nvPicPr>
          <p:cNvPr id="3" name="Graphic 2">
            <a:extLst>
              <a:ext uri="{FF2B5EF4-FFF2-40B4-BE49-F238E27FC236}">
                <a16:creationId xmlns:a16="http://schemas.microsoft.com/office/drawing/2014/main" id="{825BEDB9-7358-144A-13DD-8B47213B3F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flipH="1">
            <a:off x="0" y="5579504"/>
            <a:ext cx="1774080" cy="1188000"/>
          </a:xfrm>
          <a:prstGeom prst="rect">
            <a:avLst/>
          </a:prstGeom>
        </p:spPr>
      </p:pic>
      <p:pic>
        <p:nvPicPr>
          <p:cNvPr id="5" name="Graphic 4">
            <a:extLst>
              <a:ext uri="{FF2B5EF4-FFF2-40B4-BE49-F238E27FC236}">
                <a16:creationId xmlns:a16="http://schemas.microsoft.com/office/drawing/2014/main" id="{4F365863-B252-0DE8-5834-36233D4A9CA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417570" y="5579504"/>
            <a:ext cx="1774079" cy="1188000"/>
          </a:xfrm>
          <a:prstGeom prst="rect">
            <a:avLst/>
          </a:prstGeom>
        </p:spPr>
      </p:pic>
      <p:sp>
        <p:nvSpPr>
          <p:cNvPr id="9" name="Media Placeholder 6">
            <a:extLst>
              <a:ext uri="{FF2B5EF4-FFF2-40B4-BE49-F238E27FC236}">
                <a16:creationId xmlns:a16="http://schemas.microsoft.com/office/drawing/2014/main" id="{93CE8F70-B549-DBCC-C5A8-2FE87B15FE7A}"/>
              </a:ext>
            </a:extLst>
          </p:cNvPr>
          <p:cNvSpPr>
            <a:spLocks noGrp="1"/>
          </p:cNvSpPr>
          <p:nvPr>
            <p:ph type="media" sz="quarter" idx="30" hasCustomPrompt="1"/>
          </p:nvPr>
        </p:nvSpPr>
        <p:spPr>
          <a:xfrm>
            <a:off x="1777233" y="1175657"/>
            <a:ext cx="8640162" cy="4870649"/>
          </a:xfrm>
        </p:spPr>
        <p:txBody>
          <a:bodyPr/>
          <a:lstStyle/>
          <a:p>
            <a:r>
              <a:rPr lang="en-US" dirty="0"/>
              <a:t>Click to add video</a:t>
            </a:r>
          </a:p>
        </p:txBody>
      </p:sp>
    </p:spTree>
    <p:extLst>
      <p:ext uri="{BB962C8B-B14F-4D97-AF65-F5344CB8AC3E}">
        <p14:creationId xmlns:p14="http://schemas.microsoft.com/office/powerpoint/2010/main" val="2235254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 Screeen Video-white">
    <p:spTree>
      <p:nvGrpSpPr>
        <p:cNvPr id="1" name=""/>
        <p:cNvGrpSpPr/>
        <p:nvPr/>
      </p:nvGrpSpPr>
      <p:grpSpPr>
        <a:xfrm>
          <a:off x="0" y="0"/>
          <a:ext cx="0" cy="0"/>
          <a:chOff x="0" y="0"/>
          <a:chExt cx="0" cy="0"/>
        </a:xfrm>
      </p:grpSpPr>
      <p:sp>
        <p:nvSpPr>
          <p:cNvPr id="2" name="Media Placeholder 6">
            <a:extLst>
              <a:ext uri="{FF2B5EF4-FFF2-40B4-BE49-F238E27FC236}">
                <a16:creationId xmlns:a16="http://schemas.microsoft.com/office/drawing/2014/main" id="{D4C87C79-4B41-EB43-DBFD-BB5B54198860}"/>
              </a:ext>
            </a:extLst>
          </p:cNvPr>
          <p:cNvSpPr>
            <a:spLocks noGrp="1"/>
          </p:cNvSpPr>
          <p:nvPr>
            <p:ph type="media" sz="quarter" idx="30" hasCustomPrompt="1"/>
          </p:nvPr>
        </p:nvSpPr>
        <p:spPr>
          <a:xfrm>
            <a:off x="0" y="0"/>
            <a:ext cx="12192000" cy="6872898"/>
          </a:xfrm>
        </p:spPr>
        <p:txBody>
          <a:bodyPr/>
          <a:lstStyle>
            <a:lvl1pPr marL="0" marR="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Full screen video. Click icon to insert media.</a:t>
            </a:r>
          </a:p>
        </p:txBody>
      </p:sp>
    </p:spTree>
    <p:extLst>
      <p:ext uri="{BB962C8B-B14F-4D97-AF65-F5344CB8AC3E}">
        <p14:creationId xmlns:p14="http://schemas.microsoft.com/office/powerpoint/2010/main" val="3961471729"/>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Full Screeen Photo + Heading">
    <p:bg>
      <p:bgPr>
        <a:solidFill>
          <a:schemeClr val="tx1"/>
        </a:solidFill>
        <a:effectLst/>
      </p:bgPr>
    </p:bg>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1" y="0"/>
            <a:ext cx="12192000" cy="6858000"/>
          </a:xfrm>
          <a:noFill/>
        </p:spPr>
        <p:txBody>
          <a:bodyPr anchor="ctr"/>
          <a:lstStyle>
            <a:lvl1pPr marL="0" marR="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baseline="0">
                <a:solidFill>
                  <a:schemeClr val="bg1"/>
                </a:solidFill>
              </a:defRPr>
            </a:lvl1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Click icon or drag to insert image</a:t>
            </a:r>
          </a:p>
        </p:txBody>
      </p:sp>
      <p:sp>
        <p:nvSpPr>
          <p:cNvPr id="3" name="Title 1">
            <a:extLst>
              <a:ext uri="{FF2B5EF4-FFF2-40B4-BE49-F238E27FC236}">
                <a16:creationId xmlns:a16="http://schemas.microsoft.com/office/drawing/2014/main" id="{9F34E493-A0B9-B4E1-E6DF-EB2162A19B2D}"/>
              </a:ext>
            </a:extLst>
          </p:cNvPr>
          <p:cNvSpPr>
            <a:spLocks noGrp="1"/>
          </p:cNvSpPr>
          <p:nvPr>
            <p:ph type="title" hasCustomPrompt="1"/>
          </p:nvPr>
        </p:nvSpPr>
        <p:spPr>
          <a:xfrm>
            <a:off x="381000" y="365126"/>
            <a:ext cx="11364401" cy="810532"/>
          </a:xfrm>
        </p:spPr>
        <p:txBody>
          <a:bodyPr/>
          <a:lstStyle>
            <a:lvl1pPr>
              <a:defRPr>
                <a:solidFill>
                  <a:schemeClr val="bg1"/>
                </a:solidFill>
              </a:defRPr>
            </a:lvl1pPr>
          </a:lstStyle>
          <a:p>
            <a:r>
              <a:rPr lang="en-PH" dirty="0"/>
              <a:t>Click to add title</a:t>
            </a:r>
          </a:p>
        </p:txBody>
      </p:sp>
      <p:pic>
        <p:nvPicPr>
          <p:cNvPr id="4" name="Picture 6">
            <a:extLst>
              <a:ext uri="{FF2B5EF4-FFF2-40B4-BE49-F238E27FC236}">
                <a16:creationId xmlns:a16="http://schemas.microsoft.com/office/drawing/2014/main" id="{C0D4988B-09A4-DB9C-7E28-D32FF2D00C8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65562389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Screen Photo + Heading">
    <p:bg>
      <p:bgPr>
        <a:solidFill>
          <a:schemeClr val="bg1"/>
        </a:solidFill>
        <a:effectLst/>
      </p:bgPr>
    </p:bg>
    <p:spTree>
      <p:nvGrpSpPr>
        <p:cNvPr id="1" name=""/>
        <p:cNvGrpSpPr/>
        <p:nvPr/>
      </p:nvGrpSpPr>
      <p:grpSpPr>
        <a:xfrm>
          <a:off x="0" y="0"/>
          <a:ext cx="0" cy="0"/>
          <a:chOff x="0" y="0"/>
          <a:chExt cx="0" cy="0"/>
        </a:xfrm>
      </p:grpSpPr>
      <p:sp>
        <p:nvSpPr>
          <p:cNvPr id="2" name="Picture Placeholder 13">
            <a:extLst>
              <a:ext uri="{FF2B5EF4-FFF2-40B4-BE49-F238E27FC236}">
                <a16:creationId xmlns:a16="http://schemas.microsoft.com/office/drawing/2014/main" id="{80C7C740-9A7F-DD75-9138-CAAD989A3B9E}"/>
              </a:ext>
            </a:extLst>
          </p:cNvPr>
          <p:cNvSpPr>
            <a:spLocks noGrp="1"/>
          </p:cNvSpPr>
          <p:nvPr>
            <p:ph type="pic" sz="quarter" idx="15" hasCustomPrompt="1"/>
          </p:nvPr>
        </p:nvSpPr>
        <p:spPr>
          <a:xfrm>
            <a:off x="1" y="0"/>
            <a:ext cx="12192000" cy="6858000"/>
          </a:xfrm>
          <a:noFill/>
        </p:spPr>
        <p:txBody>
          <a:bodyPr anchor="ctr"/>
          <a:lstStyle>
            <a:lvl1pPr marL="0" marR="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baseline="0">
                <a:solidFill>
                  <a:schemeClr val="bg1"/>
                </a:solidFill>
              </a:defRPr>
            </a:lvl1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Click icon or drag to insert image</a:t>
            </a:r>
          </a:p>
        </p:txBody>
      </p:sp>
      <p:sp>
        <p:nvSpPr>
          <p:cNvPr id="3" name="Title 1">
            <a:extLst>
              <a:ext uri="{FF2B5EF4-FFF2-40B4-BE49-F238E27FC236}">
                <a16:creationId xmlns:a16="http://schemas.microsoft.com/office/drawing/2014/main" id="{9F34E493-A0B9-B4E1-E6DF-EB2162A19B2D}"/>
              </a:ext>
            </a:extLst>
          </p:cNvPr>
          <p:cNvSpPr>
            <a:spLocks noGrp="1"/>
          </p:cNvSpPr>
          <p:nvPr>
            <p:ph type="title" hasCustomPrompt="1"/>
          </p:nvPr>
        </p:nvSpPr>
        <p:spPr>
          <a:xfrm>
            <a:off x="381000" y="365126"/>
            <a:ext cx="11364401" cy="810532"/>
          </a:xfrm>
        </p:spPr>
        <p:txBody>
          <a:bodyPr/>
          <a:lstStyle>
            <a:lvl1pPr>
              <a:defRPr>
                <a:solidFill>
                  <a:schemeClr val="tx1"/>
                </a:solidFill>
              </a:defRPr>
            </a:lvl1pPr>
          </a:lstStyle>
          <a:p>
            <a:r>
              <a:rPr lang="en-PH" dirty="0"/>
              <a:t>Click to add title</a:t>
            </a:r>
          </a:p>
        </p:txBody>
      </p:sp>
    </p:spTree>
    <p:extLst>
      <p:ext uri="{BB962C8B-B14F-4D97-AF65-F5344CB8AC3E}">
        <p14:creationId xmlns:p14="http://schemas.microsoft.com/office/powerpoint/2010/main" val="3593495142"/>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Headline Only-orang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lvl1pPr>
              <a:defRPr>
                <a:solidFill>
                  <a:schemeClr val="bg1"/>
                </a:solidFill>
              </a:defRPr>
            </a:lvl1pPr>
          </a:lstStyle>
          <a:p>
            <a:fld id="{324C0A44-AD9E-49C7-A6F8-E7DA309B6D4F}" type="slidenum">
              <a:rPr lang="en-US" smtClean="0"/>
              <a:pPr/>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810532"/>
          </a:xfrm>
        </p:spPr>
        <p:txBody>
          <a:bodyPr/>
          <a:lstStyle>
            <a:lvl1pPr>
              <a:defRPr>
                <a:solidFill>
                  <a:schemeClr val="bg1"/>
                </a:solidFill>
              </a:defRPr>
            </a:lvl1pPr>
          </a:lstStyle>
          <a:p>
            <a:r>
              <a:rPr lang="en-US" dirty="0"/>
              <a:t>Click to add title</a:t>
            </a:r>
          </a:p>
        </p:txBody>
      </p:sp>
      <p:sp>
        <p:nvSpPr>
          <p:cNvPr id="2" name="Rectangle 26">
            <a:extLst>
              <a:ext uri="{FF2B5EF4-FFF2-40B4-BE49-F238E27FC236}">
                <a16:creationId xmlns:a16="http://schemas.microsoft.com/office/drawing/2014/main" id="{6E13E24E-F8F4-AC9C-C129-EE98C23A9049}"/>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5" name="Picture 6">
            <a:extLst>
              <a:ext uri="{FF2B5EF4-FFF2-40B4-BE49-F238E27FC236}">
                <a16:creationId xmlns:a16="http://schemas.microsoft.com/office/drawing/2014/main" id="{4846A0F5-EB80-849D-FE98-B2A1D03A563C}"/>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743918831"/>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eadline Only-teal">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247E-9544-5500-21FA-D248F7515A6C}"/>
              </a:ext>
            </a:extLst>
          </p:cNvPr>
          <p:cNvSpPr>
            <a:spLocks noGrp="1"/>
          </p:cNvSpPr>
          <p:nvPr>
            <p:ph type="title" hasCustomPrompt="1"/>
          </p:nvPr>
        </p:nvSpPr>
        <p:spPr>
          <a:xfrm>
            <a:off x="381000" y="365125"/>
            <a:ext cx="10181253" cy="822021"/>
          </a:xfrm>
        </p:spPr>
        <p:txBody>
          <a:bodyPr/>
          <a:lstStyle>
            <a:lvl1pPr>
              <a:defRPr>
                <a:solidFill>
                  <a:schemeClr val="bg1"/>
                </a:solidFill>
              </a:defRPr>
            </a:lvl1pPr>
          </a:lstStyle>
          <a:p>
            <a:r>
              <a:rPr lang="en-US" dirty="0"/>
              <a:t>Click to add title</a:t>
            </a:r>
          </a:p>
        </p:txBody>
      </p:sp>
      <p:sp>
        <p:nvSpPr>
          <p:cNvPr id="5" name="Rectangle 26">
            <a:extLst>
              <a:ext uri="{FF2B5EF4-FFF2-40B4-BE49-F238E27FC236}">
                <a16:creationId xmlns:a16="http://schemas.microsoft.com/office/drawing/2014/main" id="{F8D58CF3-8332-D440-5C30-680CDDEF8904}"/>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sp>
        <p:nvSpPr>
          <p:cNvPr id="6" name="Slide Number Placeholder 5">
            <a:extLst>
              <a:ext uri="{FF2B5EF4-FFF2-40B4-BE49-F238E27FC236}">
                <a16:creationId xmlns:a16="http://schemas.microsoft.com/office/drawing/2014/main" id="{3B0D75A8-5A6F-2990-BE64-374B7DBC3605}"/>
              </a:ext>
            </a:extLst>
          </p:cNvPr>
          <p:cNvSpPr>
            <a:spLocks noGrp="1"/>
          </p:cNvSpPr>
          <p:nvPr>
            <p:ph type="sldNum" sz="quarter" idx="12"/>
          </p:nvPr>
        </p:nvSpPr>
        <p:spPr>
          <a:xfrm>
            <a:off x="11353800" y="6373164"/>
            <a:ext cx="457200" cy="314382"/>
          </a:xfrm>
        </p:spPr>
        <p:txBody>
          <a:bodyPr/>
          <a:lstStyle>
            <a:lvl1pPr>
              <a:defRPr>
                <a:solidFill>
                  <a:schemeClr val="bg1"/>
                </a:solidFill>
              </a:defRPr>
            </a:lvl1pPr>
          </a:lstStyle>
          <a:p>
            <a:fld id="{324C0A44-AD9E-49C7-A6F8-E7DA309B6D4F}" type="slidenum">
              <a:rPr lang="en-US" smtClean="0"/>
              <a:pPr/>
              <a:t>‹#›</a:t>
            </a:fld>
            <a:endParaRPr lang="en-US"/>
          </a:p>
        </p:txBody>
      </p:sp>
      <p:pic>
        <p:nvPicPr>
          <p:cNvPr id="3" name="Picture 6">
            <a:extLst>
              <a:ext uri="{FF2B5EF4-FFF2-40B4-BE49-F238E27FC236}">
                <a16:creationId xmlns:a16="http://schemas.microsoft.com/office/drawing/2014/main" id="{6A9FF75B-FBDF-2799-2038-4A6EB450CF0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290752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line Only-whit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810532"/>
          </a:xfrm>
        </p:spPr>
        <p:txBody>
          <a:bodyPr/>
          <a:lstStyle/>
          <a:p>
            <a:r>
              <a:rPr lang="en-US" dirty="0"/>
              <a:t>Click to add title</a:t>
            </a:r>
          </a:p>
        </p:txBody>
      </p:sp>
    </p:spTree>
    <p:extLst>
      <p:ext uri="{BB962C8B-B14F-4D97-AF65-F5344CB8AC3E}">
        <p14:creationId xmlns:p14="http://schemas.microsoft.com/office/powerpoint/2010/main" val="2882021264"/>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Headline + Lead line-orang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578069"/>
          </a:xfrm>
        </p:spPr>
        <p:txBody>
          <a:bodyPr/>
          <a:lstStyle>
            <a:lvl1pPr>
              <a:defRPr>
                <a:solidFill>
                  <a:schemeClr val="bg1"/>
                </a:solidFill>
              </a:defRPr>
            </a:lvl1pPr>
          </a:lstStyle>
          <a:p>
            <a:r>
              <a:rPr lang="en-US" dirty="0"/>
              <a:t>Click to add title</a:t>
            </a:r>
          </a:p>
        </p:txBody>
      </p:sp>
      <p:sp>
        <p:nvSpPr>
          <p:cNvPr id="5" name="Text Placeholder 14">
            <a:extLst>
              <a:ext uri="{FF2B5EF4-FFF2-40B4-BE49-F238E27FC236}">
                <a16:creationId xmlns:a16="http://schemas.microsoft.com/office/drawing/2014/main" id="{C9C04FB9-743A-942E-9C3E-8C94CB476C75}"/>
              </a:ext>
            </a:extLst>
          </p:cNvPr>
          <p:cNvSpPr>
            <a:spLocks noGrp="1"/>
          </p:cNvSpPr>
          <p:nvPr>
            <p:ph type="body" sz="quarter" idx="19" hasCustomPrompt="1"/>
          </p:nvPr>
        </p:nvSpPr>
        <p:spPr>
          <a:xfrm>
            <a:off x="381099" y="974512"/>
            <a:ext cx="10181154" cy="249299"/>
          </a:xfrm>
        </p:spPr>
        <p:txBody>
          <a:bodyPr wrap="square" tIns="0" anchor="t" anchorCtr="0">
            <a:spAutoFit/>
          </a:bodyPr>
          <a:lstStyle>
            <a:lvl1pPr marL="0" indent="0">
              <a:lnSpc>
                <a:spcPct val="90000"/>
              </a:lnSpc>
              <a:spcBef>
                <a:spcPts val="500"/>
              </a:spcBef>
              <a:buNone/>
              <a:defRPr sz="1800" b="0"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7" name="Rectangle 26">
            <a:extLst>
              <a:ext uri="{FF2B5EF4-FFF2-40B4-BE49-F238E27FC236}">
                <a16:creationId xmlns:a16="http://schemas.microsoft.com/office/drawing/2014/main" id="{5020D0F0-5176-BFEE-62B0-D6EEC2C81AAC}"/>
              </a:ext>
            </a:extLst>
          </p:cNvPr>
          <p:cNvSpPr/>
          <p:nvPr userDrawn="1"/>
        </p:nvSpPr>
        <p:spPr>
          <a:xfrm>
            <a:off x="501" y="6761481"/>
            <a:ext cx="12191499" cy="96520"/>
          </a:xfrm>
          <a:prstGeom prst="rect">
            <a:avLst/>
          </a:prstGeom>
          <a:solidFill>
            <a:srgbClr val="CE340B"/>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2" name="Picture 6">
            <a:extLst>
              <a:ext uri="{FF2B5EF4-FFF2-40B4-BE49-F238E27FC236}">
                <a16:creationId xmlns:a16="http://schemas.microsoft.com/office/drawing/2014/main" id="{71B9685D-F332-6329-2FAA-B8AD5250E99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878724246"/>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Headline + Lead line-teal">
    <p:bg>
      <p:bgPr>
        <a:solidFill>
          <a:schemeClr val="accent3"/>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578069"/>
          </a:xfrm>
        </p:spPr>
        <p:txBody>
          <a:bodyPr/>
          <a:lstStyle>
            <a:lvl1pPr>
              <a:defRPr>
                <a:solidFill>
                  <a:schemeClr val="bg1"/>
                </a:solidFill>
              </a:defRPr>
            </a:lvl1pPr>
          </a:lstStyle>
          <a:p>
            <a:r>
              <a:rPr lang="en-US" dirty="0"/>
              <a:t>Click to add title</a:t>
            </a:r>
          </a:p>
        </p:txBody>
      </p:sp>
      <p:sp>
        <p:nvSpPr>
          <p:cNvPr id="5" name="Text Placeholder 14">
            <a:extLst>
              <a:ext uri="{FF2B5EF4-FFF2-40B4-BE49-F238E27FC236}">
                <a16:creationId xmlns:a16="http://schemas.microsoft.com/office/drawing/2014/main" id="{C9C04FB9-743A-942E-9C3E-8C94CB476C75}"/>
              </a:ext>
            </a:extLst>
          </p:cNvPr>
          <p:cNvSpPr>
            <a:spLocks noGrp="1"/>
          </p:cNvSpPr>
          <p:nvPr>
            <p:ph type="body" sz="quarter" idx="19" hasCustomPrompt="1"/>
          </p:nvPr>
        </p:nvSpPr>
        <p:spPr>
          <a:xfrm>
            <a:off x="381099" y="974512"/>
            <a:ext cx="10181154" cy="249299"/>
          </a:xfrm>
        </p:spPr>
        <p:txBody>
          <a:bodyPr wrap="square" tIns="0" anchor="t" anchorCtr="0">
            <a:spAutoFit/>
          </a:bodyPr>
          <a:lstStyle>
            <a:lvl1pPr marL="0" indent="0">
              <a:lnSpc>
                <a:spcPct val="90000"/>
              </a:lnSpc>
              <a:spcBef>
                <a:spcPts val="500"/>
              </a:spcBef>
              <a:buNone/>
              <a:defRPr sz="1800" b="0"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Rectangle 26">
            <a:extLst>
              <a:ext uri="{FF2B5EF4-FFF2-40B4-BE49-F238E27FC236}">
                <a16:creationId xmlns:a16="http://schemas.microsoft.com/office/drawing/2014/main" id="{4A61C697-1EA1-09EA-2E23-50DC99E74178}"/>
              </a:ext>
            </a:extLst>
          </p:cNvPr>
          <p:cNvSpPr/>
          <p:nvPr userDrawn="1"/>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pic>
        <p:nvPicPr>
          <p:cNvPr id="7" name="Picture 6">
            <a:extLst>
              <a:ext uri="{FF2B5EF4-FFF2-40B4-BE49-F238E27FC236}">
                <a16:creationId xmlns:a16="http://schemas.microsoft.com/office/drawing/2014/main" id="{FD4DE5D7-0E63-A69A-2932-A0AE875E93E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870238978"/>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eadline + Lead line-whit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578069"/>
          </a:xfrm>
        </p:spPr>
        <p:txBody>
          <a:bodyPr/>
          <a:lstStyle/>
          <a:p>
            <a:r>
              <a:rPr lang="en-US" dirty="0"/>
              <a:t>Click to add title</a:t>
            </a:r>
          </a:p>
        </p:txBody>
      </p:sp>
      <p:sp>
        <p:nvSpPr>
          <p:cNvPr id="5" name="Text Placeholder 14">
            <a:extLst>
              <a:ext uri="{FF2B5EF4-FFF2-40B4-BE49-F238E27FC236}">
                <a16:creationId xmlns:a16="http://schemas.microsoft.com/office/drawing/2014/main" id="{C9C04FB9-743A-942E-9C3E-8C94CB476C75}"/>
              </a:ext>
            </a:extLst>
          </p:cNvPr>
          <p:cNvSpPr>
            <a:spLocks noGrp="1"/>
          </p:cNvSpPr>
          <p:nvPr>
            <p:ph type="body" sz="quarter" idx="19" hasCustomPrompt="1"/>
          </p:nvPr>
        </p:nvSpPr>
        <p:spPr>
          <a:xfrm>
            <a:off x="381099" y="974512"/>
            <a:ext cx="10181154" cy="249299"/>
          </a:xfrm>
        </p:spPr>
        <p:txBody>
          <a:bodyPr wrap="square" tIns="0" anchor="t" anchorCtr="0">
            <a:spAutoFit/>
          </a:bodyPr>
          <a:lstStyle>
            <a:lvl1pPr marL="0" indent="0">
              <a:lnSpc>
                <a:spcPct val="90000"/>
              </a:lnSpc>
              <a:spcBef>
                <a:spcPts val="500"/>
              </a:spcBef>
              <a:buNone/>
              <a:defRPr sz="1800" b="0"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Tree>
    <p:extLst>
      <p:ext uri="{BB962C8B-B14F-4D97-AF65-F5344CB8AC3E}">
        <p14:creationId xmlns:p14="http://schemas.microsoft.com/office/powerpoint/2010/main" val="170713959"/>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Custom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1CAB073-32C6-D85D-B76A-958E24ECAF0F}"/>
              </a:ext>
            </a:extLst>
          </p:cNvPr>
          <p:cNvSpPr>
            <a:spLocks noGrp="1"/>
          </p:cNvSpPr>
          <p:nvPr>
            <p:ph type="sldNum" sz="quarter" idx="12"/>
          </p:nvPr>
        </p:nvSpPr>
        <p:spPr>
          <a:xfrm>
            <a:off x="11353800" y="6373164"/>
            <a:ext cx="457200" cy="314382"/>
          </a:xfrm>
        </p:spPr>
        <p:txBody>
          <a:bodyPr/>
          <a:lstStyle/>
          <a:p>
            <a:fld id="{324C0A44-AD9E-49C7-A6F8-E7DA309B6D4F}" type="slidenum">
              <a:rPr lang="en-US" smtClean="0"/>
              <a:t>‹#›</a:t>
            </a:fld>
            <a:endParaRPr lang="en-US"/>
          </a:p>
        </p:txBody>
      </p:sp>
    </p:spTree>
    <p:extLst>
      <p:ext uri="{BB962C8B-B14F-4D97-AF65-F5344CB8AC3E}">
        <p14:creationId xmlns:p14="http://schemas.microsoft.com/office/powerpoint/2010/main" val="653144077"/>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Slide-orang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21" name="Text Placeholder 20">
            <a:extLst>
              <a:ext uri="{FF2B5EF4-FFF2-40B4-BE49-F238E27FC236}">
                <a16:creationId xmlns:a16="http://schemas.microsoft.com/office/drawing/2014/main" id="{3CE2168F-1809-CFB0-E4F5-629FBDB40C4E}"/>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bg1"/>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E89ACD0C-BA87-47A6-3E37-B52D6B07A9F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3" name="Picture 6">
            <a:extLst>
              <a:ext uri="{FF2B5EF4-FFF2-40B4-BE49-F238E27FC236}">
                <a16:creationId xmlns:a16="http://schemas.microsoft.com/office/drawing/2014/main" id="{FBFF3A97-E4C7-A4D6-7A6D-B940F544C30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246437809"/>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Slide-teal">
    <p:bg>
      <p:bgPr>
        <a:solidFill>
          <a:schemeClr val="accent3"/>
        </a:solidFill>
        <a:effectLst/>
      </p:bgPr>
    </p:bg>
    <p:spTree>
      <p:nvGrpSpPr>
        <p:cNvPr id="1" name=""/>
        <p:cNvGrpSpPr/>
        <p:nvPr/>
      </p:nvGrpSpPr>
      <p:grpSpPr>
        <a:xfrm>
          <a:off x="0" y="0"/>
          <a:ext cx="0" cy="0"/>
          <a:chOff x="0" y="0"/>
          <a:chExt cx="0" cy="0"/>
        </a:xfrm>
      </p:grpSpPr>
      <p:sp>
        <p:nvSpPr>
          <p:cNvPr id="1304" name="Rectangle"/>
          <p:cNvSpPr/>
          <p:nvPr/>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21" name="Text Placeholder 20">
            <a:extLst>
              <a:ext uri="{FF2B5EF4-FFF2-40B4-BE49-F238E27FC236}">
                <a16:creationId xmlns:a16="http://schemas.microsoft.com/office/drawing/2014/main" id="{3CE2168F-1809-CFB0-E4F5-629FBDB40C4E}"/>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bg1"/>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E89ACD0C-BA87-47A6-3E37-B52D6B07A9F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3" name="Picture 6">
            <a:extLst>
              <a:ext uri="{FF2B5EF4-FFF2-40B4-BE49-F238E27FC236}">
                <a16:creationId xmlns:a16="http://schemas.microsoft.com/office/drawing/2014/main" id="{55084791-8608-BCEB-C266-55CFC7AC96C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809134624"/>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hank You Slide-white">
    <p:bg>
      <p:bgPr>
        <a:solidFill>
          <a:schemeClr val="bg1"/>
        </a:solidFill>
        <a:effectLst/>
      </p:bgPr>
    </p:bg>
    <p:spTree>
      <p:nvGrpSpPr>
        <p:cNvPr id="1" name=""/>
        <p:cNvGrpSpPr/>
        <p:nvPr/>
      </p:nvGrpSpPr>
      <p:grpSpPr>
        <a:xfrm>
          <a:off x="0" y="0"/>
          <a:ext cx="0" cy="0"/>
          <a:chOff x="0" y="0"/>
          <a:chExt cx="0" cy="0"/>
        </a:xfrm>
      </p:grpSpPr>
      <p:sp>
        <p:nvSpPr>
          <p:cNvPr id="1304" name="Rectangle"/>
          <p:cNvSpPr/>
          <p:nvPr/>
        </p:nvSpPr>
        <p:spPr>
          <a:xfrm>
            <a:off x="165702" y="190500"/>
            <a:ext cx="11860596"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tx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tx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tx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tx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tx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tx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tx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tx1"/>
                </a:solidFill>
              </a:defRPr>
            </a:lvl1pPr>
          </a:lstStyle>
          <a:p>
            <a:pPr lvl="0"/>
            <a:r>
              <a:rPr lang="en-GB" dirty="0"/>
              <a:t>Click to add text</a:t>
            </a:r>
          </a:p>
        </p:txBody>
      </p:sp>
      <p:sp>
        <p:nvSpPr>
          <p:cNvPr id="5" name="Text Placeholder 20">
            <a:extLst>
              <a:ext uri="{FF2B5EF4-FFF2-40B4-BE49-F238E27FC236}">
                <a16:creationId xmlns:a16="http://schemas.microsoft.com/office/drawing/2014/main" id="{A8FCDD82-451D-B8CB-0191-7A81BF21E2D3}"/>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accent1"/>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47003A89-ED80-91E8-6B4F-65A51DB26639}"/>
              </a:ext>
            </a:extLst>
          </p:cNvPr>
          <p:cNvSpPr/>
          <p:nvPr userDrawn="1"/>
        </p:nvSpPr>
        <p:spPr>
          <a:xfrm>
            <a:off x="165702" y="190500"/>
            <a:ext cx="11860596"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4" name="Picture 6">
            <a:extLst>
              <a:ext uri="{FF2B5EF4-FFF2-40B4-BE49-F238E27FC236}">
                <a16:creationId xmlns:a16="http://schemas.microsoft.com/office/drawing/2014/main" id="{E4341D10-CD33-08DA-D6C6-2569F75AF65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2" y="406351"/>
            <a:ext cx="834461" cy="272107"/>
          </a:xfrm>
          <a:prstGeom prst="rect">
            <a:avLst/>
          </a:prstGeom>
        </p:spPr>
      </p:pic>
    </p:spTree>
    <p:extLst>
      <p:ext uri="{BB962C8B-B14F-4D97-AF65-F5344CB8AC3E}">
        <p14:creationId xmlns:p14="http://schemas.microsoft.com/office/powerpoint/2010/main" val="4002950905"/>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2_Title-Blocks + Photo-dark-mode">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B4AED13-CDCA-35B1-2C9E-097B1E2C3933}"/>
              </a:ext>
            </a:extLst>
          </p:cNvPr>
          <p:cNvSpPr>
            <a:spLocks noGrp="1"/>
          </p:cNvSpPr>
          <p:nvPr>
            <p:ph type="pic" sz="quarter" idx="10"/>
          </p:nvPr>
        </p:nvSpPr>
        <p:spPr>
          <a:xfrm>
            <a:off x="5169848" y="0"/>
            <a:ext cx="7022152" cy="6858000"/>
          </a:xfrm>
          <a:custGeom>
            <a:avLst/>
            <a:gdLst>
              <a:gd name="connsiteX0" fmla="*/ 0 w 7022152"/>
              <a:gd name="connsiteY0" fmla="*/ 1720850 h 6858000"/>
              <a:gd name="connsiteX1" fmla="*/ 855133 w 7022152"/>
              <a:gd name="connsiteY1" fmla="*/ 1720850 h 6858000"/>
              <a:gd name="connsiteX2" fmla="*/ 855133 w 7022152"/>
              <a:gd name="connsiteY2" fmla="*/ 2578100 h 6858000"/>
              <a:gd name="connsiteX3" fmla="*/ 0 w 7022152"/>
              <a:gd name="connsiteY3" fmla="*/ 2578100 h 6858000"/>
              <a:gd name="connsiteX4" fmla="*/ 2565400 w 7022152"/>
              <a:gd name="connsiteY4" fmla="*/ 0 h 6858000"/>
              <a:gd name="connsiteX5" fmla="*/ 7022152 w 7022152"/>
              <a:gd name="connsiteY5" fmla="*/ 0 h 6858000"/>
              <a:gd name="connsiteX6" fmla="*/ 7022152 w 7022152"/>
              <a:gd name="connsiteY6" fmla="*/ 6858000 h 6858000"/>
              <a:gd name="connsiteX7" fmla="*/ 1710267 w 7022152"/>
              <a:gd name="connsiteY7" fmla="*/ 6858000 h 6858000"/>
              <a:gd name="connsiteX8" fmla="*/ 1710267 w 7022152"/>
              <a:gd name="connsiteY8" fmla="*/ 3435350 h 6858000"/>
              <a:gd name="connsiteX9" fmla="*/ 855133 w 7022152"/>
              <a:gd name="connsiteY9" fmla="*/ 3435350 h 6858000"/>
              <a:gd name="connsiteX10" fmla="*/ 855133 w 7022152"/>
              <a:gd name="connsiteY10" fmla="*/ 2578100 h 6858000"/>
              <a:gd name="connsiteX11" fmla="*/ 1710267 w 7022152"/>
              <a:gd name="connsiteY11" fmla="*/ 2578100 h 6858000"/>
              <a:gd name="connsiteX12" fmla="*/ 1710267 w 7022152"/>
              <a:gd name="connsiteY12" fmla="*/ 857250 h 6858000"/>
              <a:gd name="connsiteX13" fmla="*/ 2565400 w 7022152"/>
              <a:gd name="connsiteY13" fmla="*/ 857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22152" h="6858000">
                <a:moveTo>
                  <a:pt x="0" y="1720850"/>
                </a:moveTo>
                <a:lnTo>
                  <a:pt x="855133" y="1720850"/>
                </a:lnTo>
                <a:lnTo>
                  <a:pt x="855133" y="2578100"/>
                </a:lnTo>
                <a:lnTo>
                  <a:pt x="0" y="2578100"/>
                </a:lnTo>
                <a:close/>
                <a:moveTo>
                  <a:pt x="2565400" y="0"/>
                </a:moveTo>
                <a:lnTo>
                  <a:pt x="7022152" y="0"/>
                </a:lnTo>
                <a:lnTo>
                  <a:pt x="7022152" y="6858000"/>
                </a:lnTo>
                <a:lnTo>
                  <a:pt x="1710267" y="6858000"/>
                </a:lnTo>
                <a:lnTo>
                  <a:pt x="1710267" y="3435350"/>
                </a:lnTo>
                <a:lnTo>
                  <a:pt x="855133" y="3435350"/>
                </a:lnTo>
                <a:lnTo>
                  <a:pt x="855133" y="2578100"/>
                </a:lnTo>
                <a:lnTo>
                  <a:pt x="1710267" y="2578100"/>
                </a:lnTo>
                <a:lnTo>
                  <a:pt x="1710267" y="857250"/>
                </a:lnTo>
                <a:lnTo>
                  <a:pt x="2565400" y="857250"/>
                </a:lnTo>
                <a:close/>
              </a:path>
            </a:pathLst>
          </a:custGeom>
        </p:spPr>
        <p:txBody>
          <a:bodyPr wrap="square">
            <a:noAutofit/>
          </a:bodyPr>
          <a:lstStyle>
            <a:lvl1pPr algn="r">
              <a:defRPr>
                <a:solidFill>
                  <a:schemeClr val="bg1"/>
                </a:solidFill>
              </a:defRPr>
            </a:lvl1pPr>
          </a:lstStyle>
          <a:p>
            <a:endParaRPr lang="en-US" dirty="0"/>
          </a:p>
          <a:p>
            <a:r>
              <a:rPr lang="en-US" dirty="0"/>
              <a:t>Click to add picture, then send to back</a:t>
            </a:r>
          </a:p>
        </p:txBody>
      </p:sp>
      <p:sp>
        <p:nvSpPr>
          <p:cNvPr id="2" name="Rectangle">
            <a:extLst>
              <a:ext uri="{FF2B5EF4-FFF2-40B4-BE49-F238E27FC236}">
                <a16:creationId xmlns:a16="http://schemas.microsoft.com/office/drawing/2014/main" id="{F50185D1-C33F-ABCD-523E-528059B22BE1}"/>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sp>
        <p:nvSpPr>
          <p:cNvPr id="6" name="Title 1">
            <a:extLst>
              <a:ext uri="{FF2B5EF4-FFF2-40B4-BE49-F238E27FC236}">
                <a16:creationId xmlns:a16="http://schemas.microsoft.com/office/drawing/2014/main" id="{E9E46F8B-4BE4-7711-0B9C-9A66F2EDAE30}"/>
              </a:ext>
            </a:extLst>
          </p:cNvPr>
          <p:cNvSpPr>
            <a:spLocks noGrp="1"/>
          </p:cNvSpPr>
          <p:nvPr>
            <p:ph type="ctrTitle" hasCustomPrompt="1"/>
          </p:nvPr>
        </p:nvSpPr>
        <p:spPr>
          <a:xfrm>
            <a:off x="610331" y="2597215"/>
            <a:ext cx="5485669" cy="1545108"/>
          </a:xfrm>
        </p:spPr>
        <p:txBody>
          <a:bodyPr anchor="t">
            <a:noAutofit/>
          </a:bodyPr>
          <a:lstStyle>
            <a:lvl1pPr algn="l">
              <a:defRPr sz="6000" spc="-150">
                <a:solidFill>
                  <a:schemeClr val="bg1"/>
                </a:solidFill>
              </a:defRPr>
            </a:lvl1pPr>
          </a:lstStyle>
          <a:p>
            <a:r>
              <a:rPr lang="en-US" dirty="0"/>
              <a:t>Click to add title</a:t>
            </a:r>
          </a:p>
        </p:txBody>
      </p:sp>
      <p:sp>
        <p:nvSpPr>
          <p:cNvPr id="7" name="Text Placeholder 5">
            <a:extLst>
              <a:ext uri="{FF2B5EF4-FFF2-40B4-BE49-F238E27FC236}">
                <a16:creationId xmlns:a16="http://schemas.microsoft.com/office/drawing/2014/main" id="{7841A637-05DC-316A-97D9-588FEB39D79A}"/>
              </a:ext>
            </a:extLst>
          </p:cNvPr>
          <p:cNvSpPr>
            <a:spLocks noGrp="1"/>
          </p:cNvSpPr>
          <p:nvPr>
            <p:ph type="body" sz="quarter" idx="14" hasCustomPrompt="1"/>
          </p:nvPr>
        </p:nvSpPr>
        <p:spPr>
          <a:xfrm>
            <a:off x="610331" y="4285794"/>
            <a:ext cx="5485669"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Presentation subtitle goes here.">
            <a:extLst>
              <a:ext uri="{FF2B5EF4-FFF2-40B4-BE49-F238E27FC236}">
                <a16:creationId xmlns:a16="http://schemas.microsoft.com/office/drawing/2014/main" id="{BAF05DF1-2884-9347-633A-CEB2E02CD73A}"/>
              </a:ext>
            </a:extLst>
          </p:cNvPr>
          <p:cNvSpPr txBox="1">
            <a:spLocks noGrp="1"/>
          </p:cNvSpPr>
          <p:nvPr>
            <p:ph type="body" sz="quarter" idx="21"/>
          </p:nvPr>
        </p:nvSpPr>
        <p:spPr>
          <a:xfrm>
            <a:off x="610331" y="4910328"/>
            <a:ext cx="5510631" cy="630165"/>
          </a:xfrm>
          <a:prstGeom prst="rect">
            <a:avLst/>
          </a:prstGeom>
        </p:spPr>
        <p:txBody>
          <a:bodyPr>
            <a:normAutofit/>
          </a:bodyPr>
          <a:lstStyle>
            <a:lvl1pPr>
              <a:lnSpc>
                <a:spcPts val="1000"/>
              </a:lnSpc>
              <a:spcBef>
                <a:spcPts val="0"/>
              </a:spcBef>
              <a:tabLst>
                <a:tab pos="2222500" algn="l"/>
              </a:tabLst>
              <a:defRPr sz="1000" spc="-25">
                <a:solidFill>
                  <a:schemeClr val="bg1"/>
                </a:solidFill>
              </a:defRPr>
            </a:lvl1pPr>
          </a:lstStyle>
          <a:p>
            <a:r>
              <a:t>Presentation subtitle goes here.</a:t>
            </a:r>
          </a:p>
        </p:txBody>
      </p:sp>
      <p:pic>
        <p:nvPicPr>
          <p:cNvPr id="3" name="Picture 7">
            <a:extLst>
              <a:ext uri="{FF2B5EF4-FFF2-40B4-BE49-F238E27FC236}">
                <a16:creationId xmlns:a16="http://schemas.microsoft.com/office/drawing/2014/main" id="{B558D0B0-A11A-BF0A-00E9-B8A1C3A8008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09600" y="463370"/>
            <a:ext cx="1402080" cy="457199"/>
          </a:xfrm>
          <a:prstGeom prst="rect">
            <a:avLst/>
          </a:prstGeom>
        </p:spPr>
      </p:pic>
      <p:sp>
        <p:nvSpPr>
          <p:cNvPr id="4" name="TextBox 3">
            <a:extLst>
              <a:ext uri="{FF2B5EF4-FFF2-40B4-BE49-F238E27FC236}">
                <a16:creationId xmlns:a16="http://schemas.microsoft.com/office/drawing/2014/main" id="{AA4460BA-E5A1-E3DD-EEC0-B909D58400C1}"/>
              </a:ext>
            </a:extLst>
          </p:cNvPr>
          <p:cNvSpPr txBox="1"/>
          <p:nvPr userDrawn="1"/>
        </p:nvSpPr>
        <p:spPr>
          <a:xfrm>
            <a:off x="612648" y="5896947"/>
            <a:ext cx="5199493" cy="623248"/>
          </a:xfrm>
          <a:prstGeom prst="rect">
            <a:avLst/>
          </a:prstGeom>
          <a:noFill/>
        </p:spPr>
        <p:txBody>
          <a:bodyPr wrap="square" lIns="45720" tIns="45720" rIns="45720" bIns="45720" rtlCol="0">
            <a:spAutoFit/>
          </a:bodyPr>
          <a:lstStyle/>
          <a:p>
            <a:pPr algn="l">
              <a:spcAft>
                <a:spcPts val="300"/>
              </a:spcAft>
            </a:pPr>
            <a:r>
              <a:rPr lang="en-US" sz="800" b="1" dirty="0">
                <a:solidFill>
                  <a:schemeClr val="bg2">
                    <a:lumMod val="75000"/>
                  </a:schemeClr>
                </a:solidFill>
              </a:rPr>
              <a:t>© 2026 UiPath, Inc. All rights reserved.</a:t>
            </a:r>
          </a:p>
          <a:p>
            <a:pPr algn="l"/>
            <a:r>
              <a:rPr lang="en-US" sz="800" dirty="0">
                <a:solidFill>
                  <a:schemeClr val="bg2">
                    <a:lumMod val="75000"/>
                  </a:schemeClr>
                </a:solidFill>
              </a:rPr>
              <a:t>This material is for informational purposes only. No part of it may be reproduced, distributed, or transmitted without the prior written consent of UiPath, Inc. The UiPath word mark, logos, and robots are trademarks or registered trademarks of UiPath, Inc. and its affiliates in the United States and other countries. See TMEP §906.</a:t>
            </a:r>
          </a:p>
        </p:txBody>
      </p:sp>
    </p:spTree>
    <p:extLst>
      <p:ext uri="{BB962C8B-B14F-4D97-AF65-F5344CB8AC3E}">
        <p14:creationId xmlns:p14="http://schemas.microsoft.com/office/powerpoint/2010/main" val="14277940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One Speaker-dark-mode">
    <p:bg>
      <p:bgPr>
        <a:solidFill>
          <a:schemeClr val="tx2"/>
        </a:solidFill>
        <a:effectLst/>
      </p:bgPr>
    </p:bg>
    <p:spTree>
      <p:nvGrpSpPr>
        <p:cNvPr id="1" name=""/>
        <p:cNvGrpSpPr/>
        <p:nvPr/>
      </p:nvGrpSpPr>
      <p:grpSpPr>
        <a:xfrm>
          <a:off x="0" y="0"/>
          <a:ext cx="0" cy="0"/>
          <a:chOff x="0" y="0"/>
          <a:chExt cx="0" cy="0"/>
        </a:xfrm>
      </p:grpSpPr>
      <p:pic>
        <p:nvPicPr>
          <p:cNvPr id="7" name="Picture 6" descr="A black background with orange and white lines&#10;&#10;AI-generated content may be incorrect.">
            <a:extLst>
              <a:ext uri="{FF2B5EF4-FFF2-40B4-BE49-F238E27FC236}">
                <a16:creationId xmlns:a16="http://schemas.microsoft.com/office/drawing/2014/main" id="{C977B0B5-AAFC-ED85-3463-999CFE9FC20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E7C306C4-9D9A-0CEC-CCAF-2A2D5F1B0899}"/>
              </a:ext>
            </a:extLst>
          </p:cNvPr>
          <p:cNvSpPr>
            <a:spLocks noGrp="1"/>
          </p:cNvSpPr>
          <p:nvPr>
            <p:ph type="title" hasCustomPrompt="1"/>
          </p:nvPr>
        </p:nvSpPr>
        <p:spPr>
          <a:xfrm>
            <a:off x="609600" y="2414134"/>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sp>
        <p:nvSpPr>
          <p:cNvPr id="15" name="Picture Placeholder 14">
            <a:extLst>
              <a:ext uri="{FF2B5EF4-FFF2-40B4-BE49-F238E27FC236}">
                <a16:creationId xmlns:a16="http://schemas.microsoft.com/office/drawing/2014/main" id="{B989B780-4E34-2459-5DD7-243F25DBCF5D}"/>
              </a:ext>
            </a:extLst>
          </p:cNvPr>
          <p:cNvSpPr>
            <a:spLocks noGrp="1"/>
          </p:cNvSpPr>
          <p:nvPr>
            <p:ph type="pic" sz="quarter" idx="12"/>
          </p:nvPr>
        </p:nvSpPr>
        <p:spPr>
          <a:xfrm>
            <a:off x="6096000" y="836676"/>
            <a:ext cx="5184648" cy="5184648"/>
          </a:xfrm>
          <a:custGeom>
            <a:avLst/>
            <a:gdLst>
              <a:gd name="connsiteX0" fmla="*/ 451104 w 5184648"/>
              <a:gd name="connsiteY0" fmla="*/ 0 h 5184648"/>
              <a:gd name="connsiteX1" fmla="*/ 5184648 w 5184648"/>
              <a:gd name="connsiteY1" fmla="*/ 0 h 5184648"/>
              <a:gd name="connsiteX2" fmla="*/ 5184648 w 5184648"/>
              <a:gd name="connsiteY2" fmla="*/ 4282313 h 5184648"/>
              <a:gd name="connsiteX3" fmla="*/ 4733544 w 5184648"/>
              <a:gd name="connsiteY3" fmla="*/ 4282313 h 5184648"/>
              <a:gd name="connsiteX4" fmla="*/ 4733544 w 5184648"/>
              <a:gd name="connsiteY4" fmla="*/ 4733417 h 5184648"/>
              <a:gd name="connsiteX5" fmla="*/ 5184648 w 5184648"/>
              <a:gd name="connsiteY5" fmla="*/ 4733417 h 5184648"/>
              <a:gd name="connsiteX6" fmla="*/ 5184648 w 5184648"/>
              <a:gd name="connsiteY6" fmla="*/ 5184648 h 5184648"/>
              <a:gd name="connsiteX7" fmla="*/ 4733544 w 5184648"/>
              <a:gd name="connsiteY7" fmla="*/ 5184648 h 5184648"/>
              <a:gd name="connsiteX8" fmla="*/ 4733544 w 5184648"/>
              <a:gd name="connsiteY8" fmla="*/ 4733544 h 5184648"/>
              <a:gd name="connsiteX9" fmla="*/ 4282440 w 5184648"/>
              <a:gd name="connsiteY9" fmla="*/ 4733544 h 5184648"/>
              <a:gd name="connsiteX10" fmla="*/ 4282440 w 5184648"/>
              <a:gd name="connsiteY10" fmla="*/ 5184648 h 5184648"/>
              <a:gd name="connsiteX11" fmla="*/ 0 w 5184648"/>
              <a:gd name="connsiteY11" fmla="*/ 5184648 h 5184648"/>
              <a:gd name="connsiteX12" fmla="*/ 0 w 5184648"/>
              <a:gd name="connsiteY12" fmla="*/ 451104 h 5184648"/>
              <a:gd name="connsiteX13" fmla="*/ 451104 w 5184648"/>
              <a:gd name="connsiteY13" fmla="*/ 451104 h 518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84648" h="5184648">
                <a:moveTo>
                  <a:pt x="451104" y="0"/>
                </a:moveTo>
                <a:lnTo>
                  <a:pt x="5184648" y="0"/>
                </a:lnTo>
                <a:lnTo>
                  <a:pt x="5184648" y="4282313"/>
                </a:lnTo>
                <a:lnTo>
                  <a:pt x="4733544" y="4282313"/>
                </a:lnTo>
                <a:lnTo>
                  <a:pt x="4733544" y="4733417"/>
                </a:lnTo>
                <a:lnTo>
                  <a:pt x="5184648" y="4733417"/>
                </a:lnTo>
                <a:lnTo>
                  <a:pt x="5184648" y="5184648"/>
                </a:lnTo>
                <a:lnTo>
                  <a:pt x="4733544" y="5184648"/>
                </a:lnTo>
                <a:lnTo>
                  <a:pt x="4733544" y="4733544"/>
                </a:lnTo>
                <a:lnTo>
                  <a:pt x="4282440" y="4733544"/>
                </a:lnTo>
                <a:lnTo>
                  <a:pt x="4282440" y="5184648"/>
                </a:lnTo>
                <a:lnTo>
                  <a:pt x="0" y="5184648"/>
                </a:lnTo>
                <a:lnTo>
                  <a:pt x="0" y="451104"/>
                </a:lnTo>
                <a:lnTo>
                  <a:pt x="451104" y="451104"/>
                </a:lnTo>
                <a:close/>
              </a:path>
            </a:pathLst>
          </a:custGeom>
        </p:spPr>
        <p:txBody>
          <a:bodyPr wrap="square">
            <a:noAutofit/>
          </a:bodyPr>
          <a:lstStyle>
            <a:lvl1pPr>
              <a:defRPr>
                <a:solidFill>
                  <a:schemeClr val="bg1"/>
                </a:solidFill>
              </a:defRPr>
            </a:lvl1pPr>
          </a:lstStyle>
          <a:p>
            <a:r>
              <a:rPr lang="en-GB" dirty="0"/>
              <a:t>Click icon to add picture</a:t>
            </a:r>
            <a:endParaRPr lang="en-US" dirty="0"/>
          </a:p>
        </p:txBody>
      </p:sp>
      <p:sp>
        <p:nvSpPr>
          <p:cNvPr id="6" name="Text Placeholder 5">
            <a:extLst>
              <a:ext uri="{FF2B5EF4-FFF2-40B4-BE49-F238E27FC236}">
                <a16:creationId xmlns:a16="http://schemas.microsoft.com/office/drawing/2014/main" id="{4EEDFA70-EAAE-836F-FE6C-677FFDA21DF7}"/>
              </a:ext>
            </a:extLst>
          </p:cNvPr>
          <p:cNvSpPr>
            <a:spLocks noGrp="1"/>
          </p:cNvSpPr>
          <p:nvPr>
            <p:ph type="body" sz="quarter" idx="13" hasCustomPrompt="1"/>
          </p:nvPr>
        </p:nvSpPr>
        <p:spPr>
          <a:xfrm>
            <a:off x="609600" y="3601185"/>
            <a:ext cx="5003800" cy="430331"/>
          </a:xfrm>
        </p:spPr>
        <p:txBody>
          <a:bodyPr anchor="ctr">
            <a:normAutofit/>
          </a:bodyPr>
          <a:lstStyle>
            <a:lvl1pPr marL="0" indent="0">
              <a:buNone/>
              <a:defRPr sz="3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8" name="Text Placeholder 5">
            <a:extLst>
              <a:ext uri="{FF2B5EF4-FFF2-40B4-BE49-F238E27FC236}">
                <a16:creationId xmlns:a16="http://schemas.microsoft.com/office/drawing/2014/main" id="{966CB046-3633-4438-7782-8401F06780C2}"/>
              </a:ext>
            </a:extLst>
          </p:cNvPr>
          <p:cNvSpPr>
            <a:spLocks noGrp="1"/>
          </p:cNvSpPr>
          <p:nvPr>
            <p:ph type="body" sz="quarter" idx="14" hasCustomPrompt="1"/>
          </p:nvPr>
        </p:nvSpPr>
        <p:spPr>
          <a:xfrm>
            <a:off x="609600" y="4063089"/>
            <a:ext cx="5003800" cy="293922"/>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Rectangle 26">
            <a:extLst>
              <a:ext uri="{FF2B5EF4-FFF2-40B4-BE49-F238E27FC236}">
                <a16:creationId xmlns:a16="http://schemas.microsoft.com/office/drawing/2014/main" id="{20D16E47-90CC-2509-17DD-FE3ABFD1F7D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7">
            <a:extLst>
              <a:ext uri="{FF2B5EF4-FFF2-40B4-BE49-F238E27FC236}">
                <a16:creationId xmlns:a16="http://schemas.microsoft.com/office/drawing/2014/main" id="{E3885B52-9AAF-A7A0-973D-11F4834F60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11339258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wo Speakers-dark-mode">
    <p:bg>
      <p:bgPr>
        <a:solidFill>
          <a:schemeClr val="tx2"/>
        </a:solidFill>
        <a:effectLst/>
      </p:bgPr>
    </p:bg>
    <p:spTree>
      <p:nvGrpSpPr>
        <p:cNvPr id="1" name=""/>
        <p:cNvGrpSpPr/>
        <p:nvPr/>
      </p:nvGrpSpPr>
      <p:grpSpPr>
        <a:xfrm>
          <a:off x="0" y="0"/>
          <a:ext cx="0" cy="0"/>
          <a:chOff x="0" y="0"/>
          <a:chExt cx="0" cy="0"/>
        </a:xfrm>
      </p:grpSpPr>
      <p:pic>
        <p:nvPicPr>
          <p:cNvPr id="11" name="Picture 10" descr="A black background with orange and white lines&#10;&#10;AI-generated content may be incorrect.">
            <a:extLst>
              <a:ext uri="{FF2B5EF4-FFF2-40B4-BE49-F238E27FC236}">
                <a16:creationId xmlns:a16="http://schemas.microsoft.com/office/drawing/2014/main" id="{B68A32F8-A89C-B504-A7C9-FD8B46EAE5B2}"/>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30" name="Picture Placeholder 29">
            <a:extLst>
              <a:ext uri="{FF2B5EF4-FFF2-40B4-BE49-F238E27FC236}">
                <a16:creationId xmlns:a16="http://schemas.microsoft.com/office/drawing/2014/main" id="{498DD797-078E-56E4-FAAA-D080D22746AC}"/>
              </a:ext>
            </a:extLst>
          </p:cNvPr>
          <p:cNvSpPr>
            <a:spLocks noGrp="1"/>
          </p:cNvSpPr>
          <p:nvPr>
            <p:ph type="pic" sz="quarter" idx="12"/>
          </p:nvPr>
        </p:nvSpPr>
        <p:spPr>
          <a:xfrm>
            <a:off x="7717537" y="0"/>
            <a:ext cx="4471416" cy="3429000"/>
          </a:xfrm>
          <a:custGeom>
            <a:avLst/>
            <a:gdLst>
              <a:gd name="connsiteX0" fmla="*/ 596681 w 4471416"/>
              <a:gd name="connsiteY0" fmla="*/ 298207 h 3429000"/>
              <a:gd name="connsiteX1" fmla="*/ 596681 w 4471416"/>
              <a:gd name="connsiteY1" fmla="*/ 598210 h 3429000"/>
              <a:gd name="connsiteX2" fmla="*/ 896684 w 4471416"/>
              <a:gd name="connsiteY2" fmla="*/ 598210 h 3429000"/>
              <a:gd name="connsiteX3" fmla="*/ 896684 w 4471416"/>
              <a:gd name="connsiteY3" fmla="*/ 298207 h 3429000"/>
              <a:gd name="connsiteX4" fmla="*/ 600007 w 4471416"/>
              <a:gd name="connsiteY4" fmla="*/ 0 h 3429000"/>
              <a:gd name="connsiteX5" fmla="*/ 4471416 w 4471416"/>
              <a:gd name="connsiteY5" fmla="*/ 0 h 3429000"/>
              <a:gd name="connsiteX6" fmla="*/ 4471416 w 4471416"/>
              <a:gd name="connsiteY6" fmla="*/ 3429000 h 3429000"/>
              <a:gd name="connsiteX7" fmla="*/ 4461762 w 4471416"/>
              <a:gd name="connsiteY7" fmla="*/ 3429000 h 3429000"/>
              <a:gd name="connsiteX8" fmla="*/ 4461762 w 4471416"/>
              <a:gd name="connsiteY8" fmla="*/ 3146539 h 3429000"/>
              <a:gd name="connsiteX9" fmla="*/ 3866920 w 4471416"/>
              <a:gd name="connsiteY9" fmla="*/ 3146539 h 3429000"/>
              <a:gd name="connsiteX10" fmla="*/ 3866920 w 4471416"/>
              <a:gd name="connsiteY10" fmla="*/ 2845980 h 3429000"/>
              <a:gd name="connsiteX11" fmla="*/ 4166923 w 4471416"/>
              <a:gd name="connsiteY11" fmla="*/ 2845980 h 3429000"/>
              <a:gd name="connsiteX12" fmla="*/ 4166923 w 4471416"/>
              <a:gd name="connsiteY12" fmla="*/ 2545977 h 3429000"/>
              <a:gd name="connsiteX13" fmla="*/ 3866920 w 4471416"/>
              <a:gd name="connsiteY13" fmla="*/ 2545977 h 3429000"/>
              <a:gd name="connsiteX14" fmla="*/ 3866920 w 4471416"/>
              <a:gd name="connsiteY14" fmla="*/ 2844646 h 3429000"/>
              <a:gd name="connsiteX15" fmla="*/ 3598648 w 4471416"/>
              <a:gd name="connsiteY15" fmla="*/ 2844646 h 3429000"/>
              <a:gd name="connsiteX16" fmla="*/ 3598648 w 4471416"/>
              <a:gd name="connsiteY16" fmla="*/ 2545977 h 3429000"/>
              <a:gd name="connsiteX17" fmla="*/ 0 w 4471416"/>
              <a:gd name="connsiteY17" fmla="*/ 2545977 h 3429000"/>
              <a:gd name="connsiteX18" fmla="*/ 0 w 4471416"/>
              <a:gd name="connsiteY18" fmla="*/ 296412 h 3429000"/>
              <a:gd name="connsiteX19" fmla="*/ 600007 w 4471416"/>
              <a:gd name="connsiteY19" fmla="*/ 296412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429000">
                <a:moveTo>
                  <a:pt x="596681" y="298207"/>
                </a:moveTo>
                <a:lnTo>
                  <a:pt x="596681" y="598210"/>
                </a:lnTo>
                <a:lnTo>
                  <a:pt x="896684" y="598210"/>
                </a:lnTo>
                <a:lnTo>
                  <a:pt x="896684" y="298207"/>
                </a:lnTo>
                <a:close/>
                <a:moveTo>
                  <a:pt x="600007" y="0"/>
                </a:moveTo>
                <a:lnTo>
                  <a:pt x="4471416" y="0"/>
                </a:lnTo>
                <a:lnTo>
                  <a:pt x="4471416" y="3429000"/>
                </a:lnTo>
                <a:lnTo>
                  <a:pt x="4461762" y="3429000"/>
                </a:lnTo>
                <a:lnTo>
                  <a:pt x="4461762" y="3146539"/>
                </a:lnTo>
                <a:lnTo>
                  <a:pt x="3866920" y="3146539"/>
                </a:lnTo>
                <a:lnTo>
                  <a:pt x="3866920" y="2845980"/>
                </a:lnTo>
                <a:lnTo>
                  <a:pt x="4166923" y="2845980"/>
                </a:lnTo>
                <a:lnTo>
                  <a:pt x="4166923" y="2545977"/>
                </a:lnTo>
                <a:lnTo>
                  <a:pt x="3866920" y="2545977"/>
                </a:lnTo>
                <a:lnTo>
                  <a:pt x="3866920" y="2844646"/>
                </a:lnTo>
                <a:lnTo>
                  <a:pt x="3598648" y="2844646"/>
                </a:lnTo>
                <a:lnTo>
                  <a:pt x="3598648" y="2545977"/>
                </a:lnTo>
                <a:lnTo>
                  <a:pt x="0" y="2545977"/>
                </a:lnTo>
                <a:lnTo>
                  <a:pt x="0" y="296412"/>
                </a:lnTo>
                <a:lnTo>
                  <a:pt x="600007" y="296412"/>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34" name="Picture Placeholder 33">
            <a:extLst>
              <a:ext uri="{FF2B5EF4-FFF2-40B4-BE49-F238E27FC236}">
                <a16:creationId xmlns:a16="http://schemas.microsoft.com/office/drawing/2014/main" id="{607DB825-7559-54E7-CAEC-C04E31E7F0AB}"/>
              </a:ext>
            </a:extLst>
          </p:cNvPr>
          <p:cNvSpPr>
            <a:spLocks noGrp="1"/>
          </p:cNvSpPr>
          <p:nvPr>
            <p:ph type="pic" sz="quarter" idx="13"/>
          </p:nvPr>
        </p:nvSpPr>
        <p:spPr>
          <a:xfrm>
            <a:off x="7717537" y="3429000"/>
            <a:ext cx="4471416" cy="3160398"/>
          </a:xfrm>
          <a:custGeom>
            <a:avLst/>
            <a:gdLst>
              <a:gd name="connsiteX0" fmla="*/ 596681 w 4471416"/>
              <a:gd name="connsiteY0" fmla="*/ 312066 h 3160398"/>
              <a:gd name="connsiteX1" fmla="*/ 596681 w 4471416"/>
              <a:gd name="connsiteY1" fmla="*/ 612069 h 3160398"/>
              <a:gd name="connsiteX2" fmla="*/ 896684 w 4471416"/>
              <a:gd name="connsiteY2" fmla="*/ 612069 h 3160398"/>
              <a:gd name="connsiteX3" fmla="*/ 896684 w 4471416"/>
              <a:gd name="connsiteY3" fmla="*/ 312066 h 3160398"/>
              <a:gd name="connsiteX4" fmla="*/ 597787 w 4471416"/>
              <a:gd name="connsiteY4" fmla="*/ 0 h 3160398"/>
              <a:gd name="connsiteX5" fmla="*/ 4471416 w 4471416"/>
              <a:gd name="connsiteY5" fmla="*/ 0 h 3160398"/>
              <a:gd name="connsiteX6" fmla="*/ 4471416 w 4471416"/>
              <a:gd name="connsiteY6" fmla="*/ 3160398 h 3160398"/>
              <a:gd name="connsiteX7" fmla="*/ 3890161 w 4471416"/>
              <a:gd name="connsiteY7" fmla="*/ 3160398 h 3160398"/>
              <a:gd name="connsiteX8" fmla="*/ 3890161 w 4471416"/>
              <a:gd name="connsiteY8" fmla="*/ 2859839 h 3160398"/>
              <a:gd name="connsiteX9" fmla="*/ 4190164 w 4471416"/>
              <a:gd name="connsiteY9" fmla="*/ 2859839 h 3160398"/>
              <a:gd name="connsiteX10" fmla="*/ 4190164 w 4471416"/>
              <a:gd name="connsiteY10" fmla="*/ 2559836 h 3160398"/>
              <a:gd name="connsiteX11" fmla="*/ 3890161 w 4471416"/>
              <a:gd name="connsiteY11" fmla="*/ 2559836 h 3160398"/>
              <a:gd name="connsiteX12" fmla="*/ 3890161 w 4471416"/>
              <a:gd name="connsiteY12" fmla="*/ 2858505 h 3160398"/>
              <a:gd name="connsiteX13" fmla="*/ 3598648 w 4471416"/>
              <a:gd name="connsiteY13" fmla="*/ 2858505 h 3160398"/>
              <a:gd name="connsiteX14" fmla="*/ 3598648 w 4471416"/>
              <a:gd name="connsiteY14" fmla="*/ 2558438 h 3160398"/>
              <a:gd name="connsiteX15" fmla="*/ 0 w 4471416"/>
              <a:gd name="connsiteY15" fmla="*/ 2558438 h 3160398"/>
              <a:gd name="connsiteX16" fmla="*/ 0 w 4471416"/>
              <a:gd name="connsiteY16" fmla="*/ 310271 h 3160398"/>
              <a:gd name="connsiteX17" fmla="*/ 600007 w 4471416"/>
              <a:gd name="connsiteY17" fmla="*/ 310271 h 3160398"/>
              <a:gd name="connsiteX18" fmla="*/ 600007 w 4471416"/>
              <a:gd name="connsiteY18" fmla="*/ 13859 h 3160398"/>
              <a:gd name="connsiteX19" fmla="*/ 597787 w 4471416"/>
              <a:gd name="connsiteY19" fmla="*/ 13859 h 316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1416" h="3160398">
                <a:moveTo>
                  <a:pt x="596681" y="312066"/>
                </a:moveTo>
                <a:lnTo>
                  <a:pt x="596681" y="612069"/>
                </a:lnTo>
                <a:lnTo>
                  <a:pt x="896684" y="612069"/>
                </a:lnTo>
                <a:lnTo>
                  <a:pt x="896684" y="312066"/>
                </a:lnTo>
                <a:close/>
                <a:moveTo>
                  <a:pt x="597787" y="0"/>
                </a:moveTo>
                <a:lnTo>
                  <a:pt x="4471416" y="0"/>
                </a:lnTo>
                <a:lnTo>
                  <a:pt x="4471416" y="3160398"/>
                </a:lnTo>
                <a:lnTo>
                  <a:pt x="3890161" y="3160398"/>
                </a:lnTo>
                <a:lnTo>
                  <a:pt x="3890161" y="2859839"/>
                </a:lnTo>
                <a:lnTo>
                  <a:pt x="4190164" y="2859839"/>
                </a:lnTo>
                <a:lnTo>
                  <a:pt x="4190164" y="2559836"/>
                </a:lnTo>
                <a:lnTo>
                  <a:pt x="3890161" y="2559836"/>
                </a:lnTo>
                <a:lnTo>
                  <a:pt x="3890161" y="2858505"/>
                </a:lnTo>
                <a:lnTo>
                  <a:pt x="3598648" y="2858505"/>
                </a:lnTo>
                <a:lnTo>
                  <a:pt x="3598648" y="2558438"/>
                </a:lnTo>
                <a:lnTo>
                  <a:pt x="0" y="2558438"/>
                </a:lnTo>
                <a:lnTo>
                  <a:pt x="0" y="310271"/>
                </a:lnTo>
                <a:lnTo>
                  <a:pt x="600007" y="310271"/>
                </a:lnTo>
                <a:lnTo>
                  <a:pt x="600007" y="13859"/>
                </a:lnTo>
                <a:lnTo>
                  <a:pt x="597787" y="13859"/>
                </a:lnTo>
                <a:close/>
              </a:path>
            </a:pathLst>
          </a:custGeom>
        </p:spPr>
        <p:txBody>
          <a:bodyPr wrap="square">
            <a:noAutofit/>
          </a:bodyPr>
          <a:lstStyle>
            <a:lvl1pPr marL="0" indent="0">
              <a:buNone/>
              <a:defRPr>
                <a:solidFill>
                  <a:schemeClr val="bg1"/>
                </a:solidFill>
              </a:defRPr>
            </a:lvl1pPr>
          </a:lstStyle>
          <a:p>
            <a:r>
              <a:rPr lang="en-GB" dirty="0"/>
              <a:t>Click icon to add picture</a:t>
            </a:r>
            <a:endParaRPr lang="en-US" dirty="0"/>
          </a:p>
        </p:txBody>
      </p:sp>
      <p:sp>
        <p:nvSpPr>
          <p:cNvPr id="4" name="Text Placeholder 5">
            <a:extLst>
              <a:ext uri="{FF2B5EF4-FFF2-40B4-BE49-F238E27FC236}">
                <a16:creationId xmlns:a16="http://schemas.microsoft.com/office/drawing/2014/main" id="{6A747CD2-977A-C2B6-435C-39268A8098FD}"/>
              </a:ext>
            </a:extLst>
          </p:cNvPr>
          <p:cNvSpPr>
            <a:spLocks noGrp="1"/>
          </p:cNvSpPr>
          <p:nvPr>
            <p:ph type="body" sz="quarter" idx="14" hasCustomPrompt="1"/>
          </p:nvPr>
        </p:nvSpPr>
        <p:spPr>
          <a:xfrm>
            <a:off x="7717537" y="2659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611B188B-0B3A-3512-4453-59389A5C9512}"/>
              </a:ext>
            </a:extLst>
          </p:cNvPr>
          <p:cNvSpPr>
            <a:spLocks noGrp="1"/>
          </p:cNvSpPr>
          <p:nvPr>
            <p:ph type="body" sz="quarter" idx="15" hasCustomPrompt="1"/>
          </p:nvPr>
        </p:nvSpPr>
        <p:spPr>
          <a:xfrm>
            <a:off x="7717537" y="3033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9" name="Text Placeholder 5">
            <a:extLst>
              <a:ext uri="{FF2B5EF4-FFF2-40B4-BE49-F238E27FC236}">
                <a16:creationId xmlns:a16="http://schemas.microsoft.com/office/drawing/2014/main" id="{D771B411-20B0-D167-A8BA-702B7F1C0304}"/>
              </a:ext>
            </a:extLst>
          </p:cNvPr>
          <p:cNvSpPr>
            <a:spLocks noGrp="1"/>
          </p:cNvSpPr>
          <p:nvPr>
            <p:ph type="body" sz="quarter" idx="16" hasCustomPrompt="1"/>
          </p:nvPr>
        </p:nvSpPr>
        <p:spPr>
          <a:xfrm>
            <a:off x="7717537" y="6088717"/>
            <a:ext cx="3483863" cy="355645"/>
          </a:xfrm>
        </p:spPr>
        <p:txBody>
          <a:bodyPr anchor="ctr">
            <a:normAutofit/>
          </a:bodyPr>
          <a:lstStyle>
            <a:lvl1pPr marL="0" indent="0">
              <a:buNone/>
              <a:defRPr sz="18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0" name="Text Placeholder 5">
            <a:extLst>
              <a:ext uri="{FF2B5EF4-FFF2-40B4-BE49-F238E27FC236}">
                <a16:creationId xmlns:a16="http://schemas.microsoft.com/office/drawing/2014/main" id="{BE4E45B5-2B3B-EFFB-75C0-9B5491F50FF4}"/>
              </a:ext>
            </a:extLst>
          </p:cNvPr>
          <p:cNvSpPr>
            <a:spLocks noGrp="1"/>
          </p:cNvSpPr>
          <p:nvPr>
            <p:ph type="body" sz="quarter" idx="17" hasCustomPrompt="1"/>
          </p:nvPr>
        </p:nvSpPr>
        <p:spPr>
          <a:xfrm>
            <a:off x="7717537" y="6462584"/>
            <a:ext cx="3483863" cy="242911"/>
          </a:xfrm>
        </p:spPr>
        <p:txBody>
          <a:bodyPr anchor="ctr">
            <a:normAutofit/>
          </a:bodyPr>
          <a:lstStyle>
            <a:lvl1pPr marL="0" indent="0">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 name="Rectangle 26">
            <a:extLst>
              <a:ext uri="{FF2B5EF4-FFF2-40B4-BE49-F238E27FC236}">
                <a16:creationId xmlns:a16="http://schemas.microsoft.com/office/drawing/2014/main" id="{043161F1-95BB-0C3A-2FE5-F311F9F33CED}"/>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6" name="Title 1">
            <a:extLst>
              <a:ext uri="{FF2B5EF4-FFF2-40B4-BE49-F238E27FC236}">
                <a16:creationId xmlns:a16="http://schemas.microsoft.com/office/drawing/2014/main" id="{A9DD9072-F37A-FF8E-7B96-042813868F92}"/>
              </a:ext>
            </a:extLst>
          </p:cNvPr>
          <p:cNvSpPr>
            <a:spLocks noGrp="1"/>
          </p:cNvSpPr>
          <p:nvPr>
            <p:ph type="title" hasCustomPrompt="1"/>
          </p:nvPr>
        </p:nvSpPr>
        <p:spPr>
          <a:xfrm>
            <a:off x="609600" y="2647606"/>
            <a:ext cx="5003800" cy="1014866"/>
          </a:xfrm>
        </p:spPr>
        <p:txBody>
          <a:bodyPr anchor="ctr">
            <a:noAutofit/>
          </a:bodyPr>
          <a:lstStyle>
            <a:lvl1pPr>
              <a:defRPr sz="8000" b="1" i="0" spc="-150" baseline="0">
                <a:solidFill>
                  <a:schemeClr val="bg1"/>
                </a:solidFill>
                <a:latin typeface="Arial" panose="020B0604020202020204" pitchFamily="34" charset="0"/>
                <a:cs typeface="Arial" panose="020B0604020202020204" pitchFamily="34" charset="0"/>
              </a:defRPr>
            </a:lvl1pPr>
          </a:lstStyle>
          <a:p>
            <a:r>
              <a:rPr lang="en-US" dirty="0"/>
              <a:t>Click to add title</a:t>
            </a:r>
          </a:p>
        </p:txBody>
      </p:sp>
      <p:pic>
        <p:nvPicPr>
          <p:cNvPr id="8" name="Picture 7">
            <a:extLst>
              <a:ext uri="{FF2B5EF4-FFF2-40B4-BE49-F238E27FC236}">
                <a16:creationId xmlns:a16="http://schemas.microsoft.com/office/drawing/2014/main" id="{D36CC195-19DC-6ADA-00E9-C63932A016E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609600" y="5900063"/>
            <a:ext cx="1402080" cy="457199"/>
          </a:xfrm>
          <a:prstGeom prst="rect">
            <a:avLst/>
          </a:prstGeom>
        </p:spPr>
      </p:pic>
    </p:spTree>
    <p:extLst>
      <p:ext uri="{BB962C8B-B14F-4D97-AF65-F5344CB8AC3E}">
        <p14:creationId xmlns:p14="http://schemas.microsoft.com/office/powerpoint/2010/main" val="2833828803"/>
      </p:ext>
    </p:extLst>
  </p:cSld>
  <p:clrMapOvr>
    <a:masterClrMapping/>
  </p:clrMapOvr>
  <p:extLst>
    <p:ext uri="{DCECCB84-F9BA-43D5-87BE-67443E8EF086}">
      <p15:sldGuideLst xmlns:p15="http://schemas.microsoft.com/office/powerpoint/2012/main">
        <p15:guide id="1" pos="384">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am Photos-dark-mod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E3EC9FE-E132-24FB-F0F4-A837A6FAD35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6" name="Picture Placeholder 55">
            <a:extLst>
              <a:ext uri="{FF2B5EF4-FFF2-40B4-BE49-F238E27FC236}">
                <a16:creationId xmlns:a16="http://schemas.microsoft.com/office/drawing/2014/main" id="{9366387F-1731-5BA1-F6CF-FD4513AE2B02}"/>
              </a:ext>
            </a:extLst>
          </p:cNvPr>
          <p:cNvSpPr>
            <a:spLocks noGrp="1" noChangeAspect="1"/>
          </p:cNvSpPr>
          <p:nvPr>
            <p:ph type="pic" sz="quarter" idx="13"/>
          </p:nvPr>
        </p:nvSpPr>
        <p:spPr>
          <a:xfrm>
            <a:off x="2967228"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58" name="Picture Placeholder 57">
            <a:extLst>
              <a:ext uri="{FF2B5EF4-FFF2-40B4-BE49-F238E27FC236}">
                <a16:creationId xmlns:a16="http://schemas.microsoft.com/office/drawing/2014/main" id="{97D46CF3-7CCF-1E60-1BB1-4C02697C18C5}"/>
              </a:ext>
            </a:extLst>
          </p:cNvPr>
          <p:cNvSpPr>
            <a:spLocks noGrp="1" noChangeAspect="1"/>
          </p:cNvSpPr>
          <p:nvPr>
            <p:ph type="pic" sz="quarter" idx="14"/>
          </p:nvPr>
        </p:nvSpPr>
        <p:spPr>
          <a:xfrm>
            <a:off x="5286756"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3" name="Picture Placeholder 62">
            <a:extLst>
              <a:ext uri="{FF2B5EF4-FFF2-40B4-BE49-F238E27FC236}">
                <a16:creationId xmlns:a16="http://schemas.microsoft.com/office/drawing/2014/main" id="{BE7CB4A2-4B09-FE21-8A60-0E6D7C5A3670}"/>
              </a:ext>
            </a:extLst>
          </p:cNvPr>
          <p:cNvSpPr>
            <a:spLocks noGrp="1" noChangeAspect="1"/>
          </p:cNvSpPr>
          <p:nvPr>
            <p:ph type="pic" sz="quarter" idx="17"/>
          </p:nvPr>
        </p:nvSpPr>
        <p:spPr>
          <a:xfrm>
            <a:off x="1844686"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6" name="Picture Placeholder 65">
            <a:extLst>
              <a:ext uri="{FF2B5EF4-FFF2-40B4-BE49-F238E27FC236}">
                <a16:creationId xmlns:a16="http://schemas.microsoft.com/office/drawing/2014/main" id="{3F68F1D3-A542-689C-5BA2-B3F65EED79FC}"/>
              </a:ext>
            </a:extLst>
          </p:cNvPr>
          <p:cNvSpPr>
            <a:spLocks noGrp="1" noChangeAspect="1"/>
          </p:cNvSpPr>
          <p:nvPr>
            <p:ph type="pic" sz="quarter" idx="18"/>
          </p:nvPr>
        </p:nvSpPr>
        <p:spPr>
          <a:xfrm>
            <a:off x="4221965"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2" name="Title 1">
            <a:extLst>
              <a:ext uri="{FF2B5EF4-FFF2-40B4-BE49-F238E27FC236}">
                <a16:creationId xmlns:a16="http://schemas.microsoft.com/office/drawing/2014/main" id="{968EFA35-6731-4F3D-E745-9BD2051525B1}"/>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59" name="Picture Placeholder 58">
            <a:extLst>
              <a:ext uri="{FF2B5EF4-FFF2-40B4-BE49-F238E27FC236}">
                <a16:creationId xmlns:a16="http://schemas.microsoft.com/office/drawing/2014/main" id="{3D75D933-0AEC-8E20-2208-13BCA8958D9B}"/>
              </a:ext>
            </a:extLst>
          </p:cNvPr>
          <p:cNvSpPr>
            <a:spLocks noGrp="1" noChangeAspect="1"/>
          </p:cNvSpPr>
          <p:nvPr userDrawn="1">
            <p:ph type="pic" sz="quarter" idx="21"/>
          </p:nvPr>
        </p:nvSpPr>
        <p:spPr>
          <a:xfrm>
            <a:off x="9925812"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0" name="Picture Placeholder 59">
            <a:extLst>
              <a:ext uri="{FF2B5EF4-FFF2-40B4-BE49-F238E27FC236}">
                <a16:creationId xmlns:a16="http://schemas.microsoft.com/office/drawing/2014/main" id="{718365BF-5CD4-428D-A6FC-D404D6BFC997}"/>
              </a:ext>
            </a:extLst>
          </p:cNvPr>
          <p:cNvSpPr>
            <a:spLocks noGrp="1" noChangeAspect="1"/>
          </p:cNvSpPr>
          <p:nvPr userDrawn="1">
            <p:ph type="pic" sz="quarter" idx="22"/>
          </p:nvPr>
        </p:nvSpPr>
        <p:spPr>
          <a:xfrm>
            <a:off x="7606284" y="1711220"/>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7103 w 1618488"/>
              <a:gd name="connsiteY5" fmla="*/ 1618488 h 1618488"/>
              <a:gd name="connsiteX6" fmla="*/ 297103 w 1618488"/>
              <a:gd name="connsiteY6" fmla="*/ 1471283 h 1618488"/>
              <a:gd name="connsiteX7" fmla="*/ 149898 w 1618488"/>
              <a:gd name="connsiteY7" fmla="*/ 1471283 h 1618488"/>
              <a:gd name="connsiteX8" fmla="*/ 149898 w 1618488"/>
              <a:gd name="connsiteY8" fmla="*/ 1618488 h 1618488"/>
              <a:gd name="connsiteX9" fmla="*/ 0 w 1618488"/>
              <a:gd name="connsiteY9" fmla="*/ 1618488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0" y="0"/>
                </a:moveTo>
                <a:lnTo>
                  <a:pt x="1471283" y="0"/>
                </a:lnTo>
                <a:lnTo>
                  <a:pt x="1471283" y="147205"/>
                </a:lnTo>
                <a:lnTo>
                  <a:pt x="1618488" y="147205"/>
                </a:lnTo>
                <a:lnTo>
                  <a:pt x="1618488" y="1618488"/>
                </a:lnTo>
                <a:lnTo>
                  <a:pt x="297103" y="1618488"/>
                </a:lnTo>
                <a:lnTo>
                  <a:pt x="297103" y="1471283"/>
                </a:lnTo>
                <a:lnTo>
                  <a:pt x="149898" y="1471283"/>
                </a:lnTo>
                <a:lnTo>
                  <a:pt x="149898" y="1618488"/>
                </a:lnTo>
                <a:lnTo>
                  <a:pt x="0" y="1618488"/>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7" name="Picture Placeholder 66">
            <a:extLst>
              <a:ext uri="{FF2B5EF4-FFF2-40B4-BE49-F238E27FC236}">
                <a16:creationId xmlns:a16="http://schemas.microsoft.com/office/drawing/2014/main" id="{09C72878-2822-C899-7703-95FAB01A6CEF}"/>
              </a:ext>
            </a:extLst>
          </p:cNvPr>
          <p:cNvSpPr>
            <a:spLocks noGrp="1" noChangeAspect="1"/>
          </p:cNvSpPr>
          <p:nvPr>
            <p:ph type="pic" sz="quarter" idx="23"/>
          </p:nvPr>
        </p:nvSpPr>
        <p:spPr>
          <a:xfrm>
            <a:off x="6599244" y="4262909"/>
            <a:ext cx="1618488" cy="161848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68" name="Picture Placeholder 67">
            <a:extLst>
              <a:ext uri="{FF2B5EF4-FFF2-40B4-BE49-F238E27FC236}">
                <a16:creationId xmlns:a16="http://schemas.microsoft.com/office/drawing/2014/main" id="{71E38E86-F889-49A1-C955-DDE68167FCCD}"/>
              </a:ext>
            </a:extLst>
          </p:cNvPr>
          <p:cNvSpPr>
            <a:spLocks noGrp="1" noChangeAspect="1"/>
          </p:cNvSpPr>
          <p:nvPr>
            <p:ph type="pic" sz="quarter" idx="24"/>
          </p:nvPr>
        </p:nvSpPr>
        <p:spPr>
          <a:xfrm>
            <a:off x="8976523" y="4262909"/>
            <a:ext cx="1618488" cy="1618488"/>
          </a:xfrm>
          <a:custGeom>
            <a:avLst/>
            <a:gdLst>
              <a:gd name="connsiteX0" fmla="*/ 0 w 1618488"/>
              <a:gd name="connsiteY0" fmla="*/ 0 h 1618488"/>
              <a:gd name="connsiteX1" fmla="*/ 1471283 w 1618488"/>
              <a:gd name="connsiteY1" fmla="*/ 0 h 1618488"/>
              <a:gd name="connsiteX2" fmla="*/ 1471283 w 1618488"/>
              <a:gd name="connsiteY2" fmla="*/ 147205 h 1618488"/>
              <a:gd name="connsiteX3" fmla="*/ 1618488 w 1618488"/>
              <a:gd name="connsiteY3" fmla="*/ 147205 h 1618488"/>
              <a:gd name="connsiteX4" fmla="*/ 1618488 w 1618488"/>
              <a:gd name="connsiteY4" fmla="*/ 1618488 h 1618488"/>
              <a:gd name="connsiteX5" fmla="*/ 292283 w 1618488"/>
              <a:gd name="connsiteY5" fmla="*/ 1618488 h 1618488"/>
              <a:gd name="connsiteX6" fmla="*/ 292283 w 1618488"/>
              <a:gd name="connsiteY6" fmla="*/ 1471283 h 1618488"/>
              <a:gd name="connsiteX7" fmla="*/ 145078 w 1618488"/>
              <a:gd name="connsiteY7" fmla="*/ 1471283 h 1618488"/>
              <a:gd name="connsiteX8" fmla="*/ 145078 w 1618488"/>
              <a:gd name="connsiteY8" fmla="*/ 1618488 h 1618488"/>
              <a:gd name="connsiteX9" fmla="*/ 0 w 1618488"/>
              <a:gd name="connsiteY9" fmla="*/ 1618488 h 1618488"/>
              <a:gd name="connsiteX10" fmla="*/ 0 w 1618488"/>
              <a:gd name="connsiteY10" fmla="*/ 1469158 h 1618488"/>
              <a:gd name="connsiteX11" fmla="*/ 147204 w 1618488"/>
              <a:gd name="connsiteY11" fmla="*/ 1469158 h 1618488"/>
              <a:gd name="connsiteX12" fmla="*/ 147204 w 1618488"/>
              <a:gd name="connsiteY12" fmla="*/ 1321953 h 1618488"/>
              <a:gd name="connsiteX13" fmla="*/ 0 w 1618488"/>
              <a:gd name="connsiteY13" fmla="*/ 1321953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0" y="0"/>
                </a:moveTo>
                <a:lnTo>
                  <a:pt x="1471283" y="0"/>
                </a:lnTo>
                <a:lnTo>
                  <a:pt x="1471283" y="147205"/>
                </a:lnTo>
                <a:lnTo>
                  <a:pt x="1618488" y="147205"/>
                </a:lnTo>
                <a:lnTo>
                  <a:pt x="1618488" y="1618488"/>
                </a:lnTo>
                <a:lnTo>
                  <a:pt x="292283" y="1618488"/>
                </a:lnTo>
                <a:lnTo>
                  <a:pt x="292283" y="1471283"/>
                </a:lnTo>
                <a:lnTo>
                  <a:pt x="145078" y="1471283"/>
                </a:lnTo>
                <a:lnTo>
                  <a:pt x="145078" y="1618488"/>
                </a:lnTo>
                <a:lnTo>
                  <a:pt x="0" y="1618488"/>
                </a:lnTo>
                <a:lnTo>
                  <a:pt x="0" y="1469158"/>
                </a:lnTo>
                <a:lnTo>
                  <a:pt x="147204" y="1469158"/>
                </a:lnTo>
                <a:lnTo>
                  <a:pt x="147204" y="1321953"/>
                </a:lnTo>
                <a:lnTo>
                  <a:pt x="0" y="1321953"/>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3" name="Text Placeholder 5">
            <a:extLst>
              <a:ext uri="{FF2B5EF4-FFF2-40B4-BE49-F238E27FC236}">
                <a16:creationId xmlns:a16="http://schemas.microsoft.com/office/drawing/2014/main" id="{C5EC73FF-8AD8-D46B-84CB-0EAFA4918846}"/>
              </a:ext>
            </a:extLst>
          </p:cNvPr>
          <p:cNvSpPr>
            <a:spLocks noGrp="1"/>
          </p:cNvSpPr>
          <p:nvPr>
            <p:ph type="body" sz="quarter" idx="25" hasCustomPrompt="1"/>
          </p:nvPr>
        </p:nvSpPr>
        <p:spPr>
          <a:xfrm>
            <a:off x="379841"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 name="Text Placeholder 5">
            <a:extLst>
              <a:ext uri="{FF2B5EF4-FFF2-40B4-BE49-F238E27FC236}">
                <a16:creationId xmlns:a16="http://schemas.microsoft.com/office/drawing/2014/main" id="{F0C2D8E7-B31D-B5AA-B910-64CA8E0925AB}"/>
              </a:ext>
            </a:extLst>
          </p:cNvPr>
          <p:cNvSpPr>
            <a:spLocks noGrp="1"/>
          </p:cNvSpPr>
          <p:nvPr>
            <p:ph type="body" sz="quarter" idx="15" hasCustomPrompt="1"/>
          </p:nvPr>
        </p:nvSpPr>
        <p:spPr>
          <a:xfrm>
            <a:off x="379841"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54" name="Picture Placeholder 53">
            <a:extLst>
              <a:ext uri="{FF2B5EF4-FFF2-40B4-BE49-F238E27FC236}">
                <a16:creationId xmlns:a16="http://schemas.microsoft.com/office/drawing/2014/main" id="{9EE3DC73-2512-62FB-DCDC-68F87A9FC23B}"/>
              </a:ext>
            </a:extLst>
          </p:cNvPr>
          <p:cNvSpPr>
            <a:spLocks noGrp="1" noChangeAspect="1"/>
          </p:cNvSpPr>
          <p:nvPr>
            <p:ph type="pic" sz="quarter" idx="12"/>
          </p:nvPr>
        </p:nvSpPr>
        <p:spPr>
          <a:xfrm>
            <a:off x="647700" y="1711220"/>
            <a:ext cx="1618488" cy="1618488"/>
          </a:xfrm>
          <a:custGeom>
            <a:avLst/>
            <a:gdLst>
              <a:gd name="connsiteX0" fmla="*/ 147205 w 1618488"/>
              <a:gd name="connsiteY0" fmla="*/ 0 h 1618488"/>
              <a:gd name="connsiteX1" fmla="*/ 1618488 w 1618488"/>
              <a:gd name="connsiteY1" fmla="*/ 0 h 1618488"/>
              <a:gd name="connsiteX2" fmla="*/ 1618488 w 1618488"/>
              <a:gd name="connsiteY2" fmla="*/ 1618488 h 1618488"/>
              <a:gd name="connsiteX3" fmla="*/ 1464830 w 1618488"/>
              <a:gd name="connsiteY3" fmla="*/ 1618488 h 1618488"/>
              <a:gd name="connsiteX4" fmla="*/ 1464830 w 1618488"/>
              <a:gd name="connsiteY4" fmla="*/ 1471283 h 1618488"/>
              <a:gd name="connsiteX5" fmla="*/ 1317625 w 1618488"/>
              <a:gd name="connsiteY5" fmla="*/ 1471283 h 1618488"/>
              <a:gd name="connsiteX6" fmla="*/ 1317625 w 1618488"/>
              <a:gd name="connsiteY6" fmla="*/ 1618488 h 1618488"/>
              <a:gd name="connsiteX7" fmla="*/ 0 w 1618488"/>
              <a:gd name="connsiteY7" fmla="*/ 1618488 h 1618488"/>
              <a:gd name="connsiteX8" fmla="*/ 0 w 1618488"/>
              <a:gd name="connsiteY8" fmla="*/ 147205 h 1618488"/>
              <a:gd name="connsiteX9" fmla="*/ 147205 w 1618488"/>
              <a:gd name="connsiteY9"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8488" h="1618488">
                <a:moveTo>
                  <a:pt x="147205" y="0"/>
                </a:moveTo>
                <a:lnTo>
                  <a:pt x="1618488" y="0"/>
                </a:lnTo>
                <a:lnTo>
                  <a:pt x="1618488" y="1618488"/>
                </a:lnTo>
                <a:lnTo>
                  <a:pt x="1464830" y="1618488"/>
                </a:lnTo>
                <a:lnTo>
                  <a:pt x="1464830" y="1471283"/>
                </a:lnTo>
                <a:lnTo>
                  <a:pt x="1317625" y="1471283"/>
                </a:lnTo>
                <a:lnTo>
                  <a:pt x="1317625" y="1618488"/>
                </a:lnTo>
                <a:lnTo>
                  <a:pt x="0" y="1618488"/>
                </a:lnTo>
                <a:lnTo>
                  <a:pt x="0" y="147205"/>
                </a:lnTo>
                <a:lnTo>
                  <a:pt x="147205" y="147205"/>
                </a:lnTo>
                <a:close/>
              </a:path>
            </a:pathLst>
          </a:custGeom>
        </p:spPr>
        <p:txBody>
          <a:bodyPr wrap="square">
            <a:noAutofit/>
          </a:bodyPr>
          <a:lstStyle>
            <a:lvl1pPr marL="0" indent="0">
              <a:buNone/>
              <a:defRPr>
                <a:solidFill>
                  <a:schemeClr val="bg1"/>
                </a:solidFill>
              </a:defRPr>
            </a:lvl1pPr>
          </a:lstStyle>
          <a:p>
            <a:r>
              <a:rPr lang="en-GB"/>
              <a:t>Click icon to add picture</a:t>
            </a:r>
            <a:endParaRPr lang="en-US"/>
          </a:p>
        </p:txBody>
      </p:sp>
      <p:sp>
        <p:nvSpPr>
          <p:cNvPr id="12" name="Text Placeholder 5">
            <a:extLst>
              <a:ext uri="{FF2B5EF4-FFF2-40B4-BE49-F238E27FC236}">
                <a16:creationId xmlns:a16="http://schemas.microsoft.com/office/drawing/2014/main" id="{B06E42B6-AC96-0E0E-8962-E97D097F30B0}"/>
              </a:ext>
            </a:extLst>
          </p:cNvPr>
          <p:cNvSpPr>
            <a:spLocks noGrp="1"/>
          </p:cNvSpPr>
          <p:nvPr>
            <p:ph type="body" sz="quarter" idx="26" hasCustomPrompt="1"/>
          </p:nvPr>
        </p:nvSpPr>
        <p:spPr>
          <a:xfrm>
            <a:off x="2697014"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3" name="Text Placeholder 5">
            <a:extLst>
              <a:ext uri="{FF2B5EF4-FFF2-40B4-BE49-F238E27FC236}">
                <a16:creationId xmlns:a16="http://schemas.microsoft.com/office/drawing/2014/main" id="{56194EF8-3B58-2EB7-181D-84EB7E0CA2E7}"/>
              </a:ext>
            </a:extLst>
          </p:cNvPr>
          <p:cNvSpPr>
            <a:spLocks noGrp="1"/>
          </p:cNvSpPr>
          <p:nvPr>
            <p:ph type="body" sz="quarter" idx="27" hasCustomPrompt="1"/>
          </p:nvPr>
        </p:nvSpPr>
        <p:spPr>
          <a:xfrm>
            <a:off x="2697014"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4" name="Text Placeholder 5">
            <a:extLst>
              <a:ext uri="{FF2B5EF4-FFF2-40B4-BE49-F238E27FC236}">
                <a16:creationId xmlns:a16="http://schemas.microsoft.com/office/drawing/2014/main" id="{CFFA2455-68DA-ECF9-8D1C-D1D7DBF366DD}"/>
              </a:ext>
            </a:extLst>
          </p:cNvPr>
          <p:cNvSpPr>
            <a:spLocks noGrp="1"/>
          </p:cNvSpPr>
          <p:nvPr>
            <p:ph type="body" sz="quarter" idx="28" hasCustomPrompt="1"/>
          </p:nvPr>
        </p:nvSpPr>
        <p:spPr>
          <a:xfrm>
            <a:off x="5116815" y="3406837"/>
            <a:ext cx="1958371"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5" name="Text Placeholder 5">
            <a:extLst>
              <a:ext uri="{FF2B5EF4-FFF2-40B4-BE49-F238E27FC236}">
                <a16:creationId xmlns:a16="http://schemas.microsoft.com/office/drawing/2014/main" id="{54650455-C5A1-D3F2-EE90-EDB060E072AF}"/>
              </a:ext>
            </a:extLst>
          </p:cNvPr>
          <p:cNvSpPr>
            <a:spLocks noGrp="1"/>
          </p:cNvSpPr>
          <p:nvPr>
            <p:ph type="body" sz="quarter" idx="29" hasCustomPrompt="1"/>
          </p:nvPr>
        </p:nvSpPr>
        <p:spPr>
          <a:xfrm>
            <a:off x="5116815" y="3665641"/>
            <a:ext cx="1958371"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6" name="Text Placeholder 5">
            <a:extLst>
              <a:ext uri="{FF2B5EF4-FFF2-40B4-BE49-F238E27FC236}">
                <a16:creationId xmlns:a16="http://schemas.microsoft.com/office/drawing/2014/main" id="{C3BD9D4D-9C7A-E105-B788-6EB78222D487}"/>
              </a:ext>
            </a:extLst>
          </p:cNvPr>
          <p:cNvSpPr>
            <a:spLocks noGrp="1"/>
          </p:cNvSpPr>
          <p:nvPr>
            <p:ph type="body" sz="quarter" idx="30" hasCustomPrompt="1"/>
          </p:nvPr>
        </p:nvSpPr>
        <p:spPr>
          <a:xfrm>
            <a:off x="7336069"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7" name="Text Placeholder 5">
            <a:extLst>
              <a:ext uri="{FF2B5EF4-FFF2-40B4-BE49-F238E27FC236}">
                <a16:creationId xmlns:a16="http://schemas.microsoft.com/office/drawing/2014/main" id="{91FA9447-797C-707A-BEDF-FD2B6D35B241}"/>
              </a:ext>
            </a:extLst>
          </p:cNvPr>
          <p:cNvSpPr>
            <a:spLocks noGrp="1"/>
          </p:cNvSpPr>
          <p:nvPr>
            <p:ph type="body" sz="quarter" idx="31" hasCustomPrompt="1"/>
          </p:nvPr>
        </p:nvSpPr>
        <p:spPr>
          <a:xfrm>
            <a:off x="7336069"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8" name="Text Placeholder 5">
            <a:extLst>
              <a:ext uri="{FF2B5EF4-FFF2-40B4-BE49-F238E27FC236}">
                <a16:creationId xmlns:a16="http://schemas.microsoft.com/office/drawing/2014/main" id="{7DDA1868-329D-373A-0A54-58FB5D4BFE03}"/>
              </a:ext>
            </a:extLst>
          </p:cNvPr>
          <p:cNvSpPr>
            <a:spLocks noGrp="1"/>
          </p:cNvSpPr>
          <p:nvPr>
            <p:ph type="body" sz="quarter" idx="32" hasCustomPrompt="1"/>
          </p:nvPr>
        </p:nvSpPr>
        <p:spPr>
          <a:xfrm>
            <a:off x="9653242" y="3406837"/>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19" name="Text Placeholder 5">
            <a:extLst>
              <a:ext uri="{FF2B5EF4-FFF2-40B4-BE49-F238E27FC236}">
                <a16:creationId xmlns:a16="http://schemas.microsoft.com/office/drawing/2014/main" id="{8A55E832-0430-C4DA-2EDB-24091F435F2E}"/>
              </a:ext>
            </a:extLst>
          </p:cNvPr>
          <p:cNvSpPr>
            <a:spLocks noGrp="1"/>
          </p:cNvSpPr>
          <p:nvPr>
            <p:ph type="body" sz="quarter" idx="33" hasCustomPrompt="1"/>
          </p:nvPr>
        </p:nvSpPr>
        <p:spPr>
          <a:xfrm>
            <a:off x="9653242" y="3665641"/>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0" name="Text Placeholder 5">
            <a:extLst>
              <a:ext uri="{FF2B5EF4-FFF2-40B4-BE49-F238E27FC236}">
                <a16:creationId xmlns:a16="http://schemas.microsoft.com/office/drawing/2014/main" id="{04705317-90A6-3A1B-9E29-F484C2A4189E}"/>
              </a:ext>
            </a:extLst>
          </p:cNvPr>
          <p:cNvSpPr>
            <a:spLocks noGrp="1"/>
          </p:cNvSpPr>
          <p:nvPr>
            <p:ph type="body" sz="quarter" idx="34" hasCustomPrompt="1"/>
          </p:nvPr>
        </p:nvSpPr>
        <p:spPr>
          <a:xfrm>
            <a:off x="1577796"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1" name="Text Placeholder 5">
            <a:extLst>
              <a:ext uri="{FF2B5EF4-FFF2-40B4-BE49-F238E27FC236}">
                <a16:creationId xmlns:a16="http://schemas.microsoft.com/office/drawing/2014/main" id="{86395E6A-D5BD-CCDD-0CD0-616D25F26409}"/>
              </a:ext>
            </a:extLst>
          </p:cNvPr>
          <p:cNvSpPr>
            <a:spLocks noGrp="1"/>
          </p:cNvSpPr>
          <p:nvPr>
            <p:ph type="body" sz="quarter" idx="35" hasCustomPrompt="1"/>
          </p:nvPr>
        </p:nvSpPr>
        <p:spPr>
          <a:xfrm>
            <a:off x="1577796"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3" name="Text Placeholder 5">
            <a:extLst>
              <a:ext uri="{FF2B5EF4-FFF2-40B4-BE49-F238E27FC236}">
                <a16:creationId xmlns:a16="http://schemas.microsoft.com/office/drawing/2014/main" id="{385FD8A1-08CA-2923-86C1-9D4517BC40CD}"/>
              </a:ext>
            </a:extLst>
          </p:cNvPr>
          <p:cNvSpPr>
            <a:spLocks noGrp="1"/>
          </p:cNvSpPr>
          <p:nvPr>
            <p:ph type="body" sz="quarter" idx="36" hasCustomPrompt="1"/>
          </p:nvPr>
        </p:nvSpPr>
        <p:spPr>
          <a:xfrm>
            <a:off x="3957314" y="597201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4" name="Text Placeholder 5">
            <a:extLst>
              <a:ext uri="{FF2B5EF4-FFF2-40B4-BE49-F238E27FC236}">
                <a16:creationId xmlns:a16="http://schemas.microsoft.com/office/drawing/2014/main" id="{8BE2340E-295C-D716-98CC-F201EA2F8334}"/>
              </a:ext>
            </a:extLst>
          </p:cNvPr>
          <p:cNvSpPr>
            <a:spLocks noGrp="1"/>
          </p:cNvSpPr>
          <p:nvPr>
            <p:ph type="body" sz="quarter" idx="37" hasCustomPrompt="1"/>
          </p:nvPr>
        </p:nvSpPr>
        <p:spPr>
          <a:xfrm>
            <a:off x="3957314" y="623081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7" name="Text Placeholder 5">
            <a:extLst>
              <a:ext uri="{FF2B5EF4-FFF2-40B4-BE49-F238E27FC236}">
                <a16:creationId xmlns:a16="http://schemas.microsoft.com/office/drawing/2014/main" id="{9453088C-DB9E-7188-4674-B7339CB82861}"/>
              </a:ext>
            </a:extLst>
          </p:cNvPr>
          <p:cNvSpPr>
            <a:spLocks noGrp="1"/>
          </p:cNvSpPr>
          <p:nvPr>
            <p:ph type="body" sz="quarter" idx="38" hasCustomPrompt="1"/>
          </p:nvPr>
        </p:nvSpPr>
        <p:spPr>
          <a:xfrm>
            <a:off x="632598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8" name="Text Placeholder 5">
            <a:extLst>
              <a:ext uri="{FF2B5EF4-FFF2-40B4-BE49-F238E27FC236}">
                <a16:creationId xmlns:a16="http://schemas.microsoft.com/office/drawing/2014/main" id="{C468F382-2017-6A90-5E91-53DB2DAB4B24}"/>
              </a:ext>
            </a:extLst>
          </p:cNvPr>
          <p:cNvSpPr>
            <a:spLocks noGrp="1"/>
          </p:cNvSpPr>
          <p:nvPr>
            <p:ph type="body" sz="quarter" idx="39" hasCustomPrompt="1"/>
          </p:nvPr>
        </p:nvSpPr>
        <p:spPr>
          <a:xfrm>
            <a:off x="632598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29" name="Text Placeholder 5">
            <a:extLst>
              <a:ext uri="{FF2B5EF4-FFF2-40B4-BE49-F238E27FC236}">
                <a16:creationId xmlns:a16="http://schemas.microsoft.com/office/drawing/2014/main" id="{8F729790-8694-10B1-9832-49108753177B}"/>
              </a:ext>
            </a:extLst>
          </p:cNvPr>
          <p:cNvSpPr>
            <a:spLocks noGrp="1"/>
          </p:cNvSpPr>
          <p:nvPr>
            <p:ph type="body" sz="quarter" idx="40" hasCustomPrompt="1"/>
          </p:nvPr>
        </p:nvSpPr>
        <p:spPr>
          <a:xfrm>
            <a:off x="8705960" y="5963001"/>
            <a:ext cx="2154208" cy="242911"/>
          </a:xfrm>
        </p:spPr>
        <p:txBody>
          <a:bodyPr anchor="ctr">
            <a:normAutofit/>
          </a:bodyPr>
          <a:lstStyle>
            <a:lvl1pPr marL="0" indent="0" algn="ctr">
              <a:buNone/>
              <a:defRPr sz="14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30" name="Text Placeholder 5">
            <a:extLst>
              <a:ext uri="{FF2B5EF4-FFF2-40B4-BE49-F238E27FC236}">
                <a16:creationId xmlns:a16="http://schemas.microsoft.com/office/drawing/2014/main" id="{220FE1FE-1D9C-59DB-385B-64C4C1FA6ADB}"/>
              </a:ext>
            </a:extLst>
          </p:cNvPr>
          <p:cNvSpPr>
            <a:spLocks noGrp="1"/>
          </p:cNvSpPr>
          <p:nvPr>
            <p:ph type="body" sz="quarter" idx="41" hasCustomPrompt="1"/>
          </p:nvPr>
        </p:nvSpPr>
        <p:spPr>
          <a:xfrm>
            <a:off x="8705960" y="6221805"/>
            <a:ext cx="2154208" cy="182503"/>
          </a:xfrm>
        </p:spPr>
        <p:txBody>
          <a:bodyPr anchor="ctr">
            <a:normAutofit/>
          </a:bodyPr>
          <a:lstStyle>
            <a:lvl1pPr marL="0" indent="0" algn="ctr">
              <a:buNone/>
              <a:defRPr sz="1200" spc="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US" dirty="0"/>
              <a:t>Click to add text</a:t>
            </a:r>
          </a:p>
        </p:txBody>
      </p:sp>
      <p:sp>
        <p:nvSpPr>
          <p:cNvPr id="7" name="Rectangle 26">
            <a:extLst>
              <a:ext uri="{FF2B5EF4-FFF2-40B4-BE49-F238E27FC236}">
                <a16:creationId xmlns:a16="http://schemas.microsoft.com/office/drawing/2014/main" id="{1914B1CE-417F-3835-FA98-0CA251A003C5}"/>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6" name="Picture 6">
            <a:extLst>
              <a:ext uri="{FF2B5EF4-FFF2-40B4-BE49-F238E27FC236}">
                <a16:creationId xmlns:a16="http://schemas.microsoft.com/office/drawing/2014/main" id="{64BC55A8-1C12-494C-488C-4C41F728EC72}"/>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7807135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genda-Five Topics-dark-mode">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8FB28F9-2820-27A3-14DD-6CF9C2DCE94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B4F88AD5-E949-4AE1-8644-686DA8A5055C}"/>
              </a:ext>
            </a:extLst>
          </p:cNvPr>
          <p:cNvSpPr>
            <a:spLocks noGrp="1"/>
          </p:cNvSpPr>
          <p:nvPr>
            <p:ph type="title" hasCustomPrompt="1"/>
          </p:nvPr>
        </p:nvSpPr>
        <p:spPr/>
        <p:txBody>
          <a:bodyPr/>
          <a:lstStyle>
            <a:lvl1pPr>
              <a:defRPr/>
            </a:lvl1pPr>
          </a:lstStyle>
          <a:p>
            <a:r>
              <a:rPr lang="en-US" dirty="0"/>
              <a:t>Click to add title</a:t>
            </a:r>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99" y="132238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99" y="2348800"/>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99" y="3375212"/>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99" y="4401624"/>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5210" y="1322388"/>
            <a:ext cx="5416552" cy="786384"/>
          </a:xfrm>
        </p:spPr>
        <p:txBody>
          <a:bodyPr anchor="ctr">
            <a:noAutofit/>
          </a:bodyPr>
          <a:lstStyle>
            <a:lvl1pPr marL="0" indent="0">
              <a:buNone/>
              <a:defRPr sz="2000" spc="0"/>
            </a:lvl1pPr>
          </a:lstStyle>
          <a:p>
            <a:r>
              <a:rPr lang="en-US" dirty="0"/>
              <a:t>Click to add agenda or list item; ## at left is editable.</a:t>
            </a:r>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5210" y="2348800"/>
            <a:ext cx="5416552" cy="786384"/>
          </a:xfrm>
        </p:spPr>
        <p:txBody>
          <a:bodyPr anchor="ctr">
            <a:noAutofit/>
          </a:bodyPr>
          <a:lstStyle>
            <a:lvl1pPr marL="0" indent="0">
              <a:buNone/>
              <a:defRPr sz="2000" spc="0"/>
            </a:lvl1pPr>
          </a:lstStyle>
          <a:p>
            <a:r>
              <a:rPr lang="en-US" dirty="0"/>
              <a:t>Click to add text</a:t>
            </a:r>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5210" y="3375212"/>
            <a:ext cx="5416552" cy="786384"/>
          </a:xfrm>
        </p:spPr>
        <p:txBody>
          <a:bodyPr anchor="ctr">
            <a:noAutofit/>
          </a:bodyPr>
          <a:lstStyle>
            <a:lvl1pPr marL="0" indent="0">
              <a:buNone/>
              <a:defRPr sz="2000" spc="0"/>
            </a:lvl1pPr>
          </a:lstStyle>
          <a:p>
            <a:r>
              <a:rPr lang="en-US" dirty="0"/>
              <a:t>Click to add text</a:t>
            </a:r>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5210" y="5428038"/>
            <a:ext cx="5416552" cy="786384"/>
          </a:xfrm>
        </p:spPr>
        <p:txBody>
          <a:bodyPr anchor="ctr">
            <a:noAutofit/>
          </a:bodyPr>
          <a:lstStyle>
            <a:lvl1pPr marL="0" indent="0">
              <a:buNone/>
              <a:defRPr sz="2000" spc="0"/>
            </a:lvl1pPr>
          </a:lstStyle>
          <a:p>
            <a:r>
              <a:rPr lang="en-US" dirty="0"/>
              <a:t>Click to add text</a:t>
            </a:r>
          </a:p>
        </p:txBody>
      </p:sp>
      <p:sp>
        <p:nvSpPr>
          <p:cNvPr id="3" name="Text Placeholder 5">
            <a:extLst>
              <a:ext uri="{FF2B5EF4-FFF2-40B4-BE49-F238E27FC236}">
                <a16:creationId xmlns:a16="http://schemas.microsoft.com/office/drawing/2014/main" id="{7ED5867F-C3D5-3F42-E4EF-3E02F4E2E055}"/>
              </a:ext>
            </a:extLst>
          </p:cNvPr>
          <p:cNvSpPr>
            <a:spLocks noGrp="1"/>
          </p:cNvSpPr>
          <p:nvPr>
            <p:ph type="body" sz="quarter" idx="18" hasCustomPrompt="1"/>
          </p:nvPr>
        </p:nvSpPr>
        <p:spPr>
          <a:xfrm>
            <a:off x="381099" y="542803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4" name="Text Placeholder 10">
            <a:extLst>
              <a:ext uri="{FF2B5EF4-FFF2-40B4-BE49-F238E27FC236}">
                <a16:creationId xmlns:a16="http://schemas.microsoft.com/office/drawing/2014/main" id="{4BB7BC48-C500-2C01-33F8-9168C5E7F928}"/>
              </a:ext>
            </a:extLst>
          </p:cNvPr>
          <p:cNvSpPr>
            <a:spLocks noGrp="1"/>
          </p:cNvSpPr>
          <p:nvPr>
            <p:ph type="body" sz="quarter" idx="19" hasCustomPrompt="1"/>
          </p:nvPr>
        </p:nvSpPr>
        <p:spPr>
          <a:xfrm>
            <a:off x="1575210" y="4401624"/>
            <a:ext cx="5416552" cy="786384"/>
          </a:xfrm>
        </p:spPr>
        <p:txBody>
          <a:bodyPr anchor="ctr">
            <a:noAutofit/>
          </a:bodyPr>
          <a:lstStyle>
            <a:lvl1pPr marL="0" indent="0">
              <a:buNone/>
              <a:defRPr sz="2000" spc="0"/>
            </a:lvl1pPr>
          </a:lstStyle>
          <a:p>
            <a:r>
              <a:rPr lang="en-US" dirty="0"/>
              <a:t>Click to add text</a:t>
            </a:r>
          </a:p>
        </p:txBody>
      </p:sp>
      <p:sp>
        <p:nvSpPr>
          <p:cNvPr id="5" name="Slide Number Placeholder 4">
            <a:extLst>
              <a:ext uri="{FF2B5EF4-FFF2-40B4-BE49-F238E27FC236}">
                <a16:creationId xmlns:a16="http://schemas.microsoft.com/office/drawing/2014/main" id="{DEF6FF38-D6C0-7D76-B48B-E1DFFDC5270C}"/>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15" name="Rectangle 26">
            <a:extLst>
              <a:ext uri="{FF2B5EF4-FFF2-40B4-BE49-F238E27FC236}">
                <a16:creationId xmlns:a16="http://schemas.microsoft.com/office/drawing/2014/main" id="{A34B958B-522D-00C3-0226-BC0E85B8D7D7}"/>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10" name="Picture 6">
            <a:extLst>
              <a:ext uri="{FF2B5EF4-FFF2-40B4-BE49-F238E27FC236}">
                <a16:creationId xmlns:a16="http://schemas.microsoft.com/office/drawing/2014/main" id="{56A9FA00-3C33-0662-F8A0-267DCDF8FC1E}"/>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971558351"/>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genda-Ten Topics-dark-m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62237F8-E9DB-EE3B-52F3-57220C8E8B4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B4F88AD5-E949-4AE1-8644-686DA8A5055C}"/>
              </a:ext>
            </a:extLst>
          </p:cNvPr>
          <p:cNvSpPr>
            <a:spLocks noGrp="1"/>
          </p:cNvSpPr>
          <p:nvPr>
            <p:ph type="title" hasCustomPrompt="1"/>
          </p:nvPr>
        </p:nvSpPr>
        <p:spPr/>
        <p:txBody>
          <a:bodyPr/>
          <a:lstStyle>
            <a:lvl1pPr>
              <a:defRPr/>
            </a:lvl1pPr>
          </a:lstStyle>
          <a:p>
            <a:r>
              <a:rPr lang="en-US" dirty="0"/>
              <a:t>Click to add title</a:t>
            </a:r>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99" y="132238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99" y="2348800"/>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99" y="3375212"/>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99" y="4401624"/>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5210" y="1322388"/>
            <a:ext cx="4232466" cy="786384"/>
          </a:xfrm>
        </p:spPr>
        <p:txBody>
          <a:bodyPr anchor="ctr">
            <a:noAutofit/>
          </a:bodyPr>
          <a:lstStyle>
            <a:lvl1pPr marL="0" indent="0">
              <a:buNone/>
              <a:defRPr sz="2000" spc="0"/>
            </a:lvl1pPr>
          </a:lstStyle>
          <a:p>
            <a:r>
              <a:rPr lang="en-US" dirty="0"/>
              <a:t>Click to add agenda or list item; ## at left is editable.</a:t>
            </a:r>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5210" y="2348800"/>
            <a:ext cx="4232466" cy="786384"/>
          </a:xfrm>
        </p:spPr>
        <p:txBody>
          <a:bodyPr anchor="ctr">
            <a:noAutofit/>
          </a:bodyPr>
          <a:lstStyle>
            <a:lvl1pPr marL="0" indent="0">
              <a:buNone/>
              <a:defRPr sz="2000" spc="0"/>
            </a:lvl1pPr>
          </a:lstStyle>
          <a:p>
            <a:r>
              <a:rPr lang="en-US" dirty="0"/>
              <a:t>Click to add text</a:t>
            </a:r>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5210" y="3375212"/>
            <a:ext cx="4232466" cy="786384"/>
          </a:xfrm>
        </p:spPr>
        <p:txBody>
          <a:bodyPr anchor="ctr">
            <a:noAutofit/>
          </a:bodyPr>
          <a:lstStyle>
            <a:lvl1pPr marL="0" indent="0">
              <a:buNone/>
              <a:defRPr sz="2000" spc="0"/>
            </a:lvl1pPr>
          </a:lstStyle>
          <a:p>
            <a:r>
              <a:rPr lang="en-US" dirty="0"/>
              <a:t>Click to add text</a:t>
            </a:r>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5210" y="5428038"/>
            <a:ext cx="4232466" cy="786384"/>
          </a:xfrm>
        </p:spPr>
        <p:txBody>
          <a:bodyPr anchor="ctr">
            <a:noAutofit/>
          </a:bodyPr>
          <a:lstStyle>
            <a:lvl1pPr marL="0" indent="0">
              <a:buNone/>
              <a:defRPr sz="2000" spc="0"/>
            </a:lvl1pPr>
          </a:lstStyle>
          <a:p>
            <a:r>
              <a:rPr lang="en-US" dirty="0"/>
              <a:t>Click to add text</a:t>
            </a:r>
          </a:p>
        </p:txBody>
      </p:sp>
      <p:sp>
        <p:nvSpPr>
          <p:cNvPr id="3" name="Text Placeholder 5">
            <a:extLst>
              <a:ext uri="{FF2B5EF4-FFF2-40B4-BE49-F238E27FC236}">
                <a16:creationId xmlns:a16="http://schemas.microsoft.com/office/drawing/2014/main" id="{7ED5867F-C3D5-3F42-E4EF-3E02F4E2E055}"/>
              </a:ext>
            </a:extLst>
          </p:cNvPr>
          <p:cNvSpPr>
            <a:spLocks noGrp="1"/>
          </p:cNvSpPr>
          <p:nvPr>
            <p:ph type="body" sz="quarter" idx="18" hasCustomPrompt="1"/>
          </p:nvPr>
        </p:nvSpPr>
        <p:spPr>
          <a:xfrm>
            <a:off x="381099" y="542803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4" name="Text Placeholder 10">
            <a:extLst>
              <a:ext uri="{FF2B5EF4-FFF2-40B4-BE49-F238E27FC236}">
                <a16:creationId xmlns:a16="http://schemas.microsoft.com/office/drawing/2014/main" id="{4BB7BC48-C500-2C01-33F8-9168C5E7F928}"/>
              </a:ext>
            </a:extLst>
          </p:cNvPr>
          <p:cNvSpPr>
            <a:spLocks noGrp="1"/>
          </p:cNvSpPr>
          <p:nvPr>
            <p:ph type="body" sz="quarter" idx="19" hasCustomPrompt="1"/>
          </p:nvPr>
        </p:nvSpPr>
        <p:spPr>
          <a:xfrm>
            <a:off x="1575210" y="4401624"/>
            <a:ext cx="4232466" cy="786384"/>
          </a:xfrm>
        </p:spPr>
        <p:txBody>
          <a:bodyPr anchor="ctr">
            <a:noAutofit/>
          </a:bodyPr>
          <a:lstStyle>
            <a:lvl1pPr marL="0" indent="0">
              <a:buNone/>
              <a:defRPr sz="2000" spc="0"/>
            </a:lvl1pPr>
          </a:lstStyle>
          <a:p>
            <a:r>
              <a:rPr lang="en-US" dirty="0"/>
              <a:t>Click to add text</a:t>
            </a:r>
          </a:p>
        </p:txBody>
      </p:sp>
      <p:sp>
        <p:nvSpPr>
          <p:cNvPr id="33" name="Text Placeholder 5">
            <a:extLst>
              <a:ext uri="{FF2B5EF4-FFF2-40B4-BE49-F238E27FC236}">
                <a16:creationId xmlns:a16="http://schemas.microsoft.com/office/drawing/2014/main" id="{D3786B00-3544-5C3A-F913-77BEA5354C8B}"/>
              </a:ext>
            </a:extLst>
          </p:cNvPr>
          <p:cNvSpPr>
            <a:spLocks noGrp="1"/>
          </p:cNvSpPr>
          <p:nvPr>
            <p:ph type="body" sz="quarter" idx="20" hasCustomPrompt="1"/>
          </p:nvPr>
        </p:nvSpPr>
        <p:spPr>
          <a:xfrm>
            <a:off x="6386483" y="132238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34" name="Text Placeholder 5">
            <a:extLst>
              <a:ext uri="{FF2B5EF4-FFF2-40B4-BE49-F238E27FC236}">
                <a16:creationId xmlns:a16="http://schemas.microsoft.com/office/drawing/2014/main" id="{B49CF4EB-C719-6BBC-210E-FC4181B1D6A9}"/>
              </a:ext>
            </a:extLst>
          </p:cNvPr>
          <p:cNvSpPr>
            <a:spLocks noGrp="1"/>
          </p:cNvSpPr>
          <p:nvPr>
            <p:ph type="body" sz="quarter" idx="21" hasCustomPrompt="1"/>
          </p:nvPr>
        </p:nvSpPr>
        <p:spPr>
          <a:xfrm>
            <a:off x="6386483" y="2348800"/>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35" name="Text Placeholder 5">
            <a:extLst>
              <a:ext uri="{FF2B5EF4-FFF2-40B4-BE49-F238E27FC236}">
                <a16:creationId xmlns:a16="http://schemas.microsoft.com/office/drawing/2014/main" id="{600AF3BB-A50C-E8E7-05B3-567C5552DBF6}"/>
              </a:ext>
            </a:extLst>
          </p:cNvPr>
          <p:cNvSpPr>
            <a:spLocks noGrp="1"/>
          </p:cNvSpPr>
          <p:nvPr>
            <p:ph type="body" sz="quarter" idx="22" hasCustomPrompt="1"/>
          </p:nvPr>
        </p:nvSpPr>
        <p:spPr>
          <a:xfrm>
            <a:off x="6386483" y="3375212"/>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36" name="Text Placeholder 5">
            <a:extLst>
              <a:ext uri="{FF2B5EF4-FFF2-40B4-BE49-F238E27FC236}">
                <a16:creationId xmlns:a16="http://schemas.microsoft.com/office/drawing/2014/main" id="{2303A804-7733-D272-C36E-C08586FF65AB}"/>
              </a:ext>
            </a:extLst>
          </p:cNvPr>
          <p:cNvSpPr>
            <a:spLocks noGrp="1"/>
          </p:cNvSpPr>
          <p:nvPr>
            <p:ph type="body" sz="quarter" idx="23" hasCustomPrompt="1"/>
          </p:nvPr>
        </p:nvSpPr>
        <p:spPr>
          <a:xfrm>
            <a:off x="6386483" y="4401624"/>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37" name="Text Placeholder 10">
            <a:extLst>
              <a:ext uri="{FF2B5EF4-FFF2-40B4-BE49-F238E27FC236}">
                <a16:creationId xmlns:a16="http://schemas.microsoft.com/office/drawing/2014/main" id="{3B0D31D7-9231-8F2D-DC0C-309EC6852E68}"/>
              </a:ext>
            </a:extLst>
          </p:cNvPr>
          <p:cNvSpPr>
            <a:spLocks noGrp="1"/>
          </p:cNvSpPr>
          <p:nvPr>
            <p:ph type="body" sz="quarter" idx="24" hasCustomPrompt="1"/>
          </p:nvPr>
        </p:nvSpPr>
        <p:spPr>
          <a:xfrm>
            <a:off x="7580594" y="1322388"/>
            <a:ext cx="4232466" cy="786384"/>
          </a:xfrm>
        </p:spPr>
        <p:txBody>
          <a:bodyPr anchor="ctr">
            <a:noAutofit/>
          </a:bodyPr>
          <a:lstStyle>
            <a:lvl1pPr marL="0" indent="0">
              <a:buNone/>
              <a:defRPr sz="2000" spc="0"/>
            </a:lvl1pPr>
          </a:lstStyle>
          <a:p>
            <a:r>
              <a:rPr lang="en-US" dirty="0"/>
              <a:t>Click to add text</a:t>
            </a:r>
          </a:p>
        </p:txBody>
      </p:sp>
      <p:sp>
        <p:nvSpPr>
          <p:cNvPr id="38" name="Text Placeholder 10">
            <a:extLst>
              <a:ext uri="{FF2B5EF4-FFF2-40B4-BE49-F238E27FC236}">
                <a16:creationId xmlns:a16="http://schemas.microsoft.com/office/drawing/2014/main" id="{743F4806-F853-D743-6E31-A85F86E7F5B0}"/>
              </a:ext>
            </a:extLst>
          </p:cNvPr>
          <p:cNvSpPr>
            <a:spLocks noGrp="1"/>
          </p:cNvSpPr>
          <p:nvPr>
            <p:ph type="body" sz="quarter" idx="25" hasCustomPrompt="1"/>
          </p:nvPr>
        </p:nvSpPr>
        <p:spPr>
          <a:xfrm>
            <a:off x="7580594" y="2348800"/>
            <a:ext cx="4232466" cy="786384"/>
          </a:xfrm>
        </p:spPr>
        <p:txBody>
          <a:bodyPr anchor="ctr">
            <a:noAutofit/>
          </a:bodyPr>
          <a:lstStyle>
            <a:lvl1pPr marL="0" indent="0">
              <a:buNone/>
              <a:defRPr sz="2000" spc="0"/>
            </a:lvl1pPr>
          </a:lstStyle>
          <a:p>
            <a:r>
              <a:rPr lang="en-US" dirty="0"/>
              <a:t>Click to add text</a:t>
            </a:r>
          </a:p>
        </p:txBody>
      </p:sp>
      <p:sp>
        <p:nvSpPr>
          <p:cNvPr id="39" name="Text Placeholder 10">
            <a:extLst>
              <a:ext uri="{FF2B5EF4-FFF2-40B4-BE49-F238E27FC236}">
                <a16:creationId xmlns:a16="http://schemas.microsoft.com/office/drawing/2014/main" id="{1064F175-90F5-DD52-6F97-1EBCF6808C4D}"/>
              </a:ext>
            </a:extLst>
          </p:cNvPr>
          <p:cNvSpPr>
            <a:spLocks noGrp="1"/>
          </p:cNvSpPr>
          <p:nvPr>
            <p:ph type="body" sz="quarter" idx="26" hasCustomPrompt="1"/>
          </p:nvPr>
        </p:nvSpPr>
        <p:spPr>
          <a:xfrm>
            <a:off x="7580594" y="3375212"/>
            <a:ext cx="4232466" cy="786384"/>
          </a:xfrm>
        </p:spPr>
        <p:txBody>
          <a:bodyPr anchor="ctr">
            <a:noAutofit/>
          </a:bodyPr>
          <a:lstStyle>
            <a:lvl1pPr marL="0" indent="0">
              <a:buNone/>
              <a:defRPr sz="2000" spc="0"/>
            </a:lvl1pPr>
          </a:lstStyle>
          <a:p>
            <a:r>
              <a:rPr lang="en-US" dirty="0"/>
              <a:t>Click to add text</a:t>
            </a:r>
          </a:p>
        </p:txBody>
      </p:sp>
      <p:sp>
        <p:nvSpPr>
          <p:cNvPr id="40" name="Text Placeholder 10">
            <a:extLst>
              <a:ext uri="{FF2B5EF4-FFF2-40B4-BE49-F238E27FC236}">
                <a16:creationId xmlns:a16="http://schemas.microsoft.com/office/drawing/2014/main" id="{E8518DCC-95A3-C5A9-DC0F-651267311958}"/>
              </a:ext>
            </a:extLst>
          </p:cNvPr>
          <p:cNvSpPr>
            <a:spLocks noGrp="1"/>
          </p:cNvSpPr>
          <p:nvPr>
            <p:ph type="body" sz="quarter" idx="27" hasCustomPrompt="1"/>
          </p:nvPr>
        </p:nvSpPr>
        <p:spPr>
          <a:xfrm>
            <a:off x="7580594" y="5428038"/>
            <a:ext cx="4232466" cy="786384"/>
          </a:xfrm>
        </p:spPr>
        <p:txBody>
          <a:bodyPr anchor="ctr">
            <a:noAutofit/>
          </a:bodyPr>
          <a:lstStyle>
            <a:lvl1pPr marL="0" indent="0">
              <a:buNone/>
              <a:defRPr sz="2000" spc="0"/>
            </a:lvl1pPr>
          </a:lstStyle>
          <a:p>
            <a:r>
              <a:rPr lang="en-US" dirty="0"/>
              <a:t>Click to add text</a:t>
            </a:r>
          </a:p>
        </p:txBody>
      </p:sp>
      <p:sp>
        <p:nvSpPr>
          <p:cNvPr id="41" name="Text Placeholder 5">
            <a:extLst>
              <a:ext uri="{FF2B5EF4-FFF2-40B4-BE49-F238E27FC236}">
                <a16:creationId xmlns:a16="http://schemas.microsoft.com/office/drawing/2014/main" id="{8A43D721-A2F4-7827-E514-26B05F9B45C5}"/>
              </a:ext>
            </a:extLst>
          </p:cNvPr>
          <p:cNvSpPr>
            <a:spLocks noGrp="1"/>
          </p:cNvSpPr>
          <p:nvPr>
            <p:ph type="body" sz="quarter" idx="28" hasCustomPrompt="1"/>
          </p:nvPr>
        </p:nvSpPr>
        <p:spPr>
          <a:xfrm>
            <a:off x="6386483" y="5428038"/>
            <a:ext cx="838418" cy="782262"/>
          </a:xfrm>
          <a:prstGeom prst="rect">
            <a:avLst/>
          </a:prstGeom>
          <a:noFill/>
        </p:spPr>
        <p:txBody>
          <a:bodyPr anchor="ctr">
            <a:noAutofit/>
          </a:bodyPr>
          <a:lstStyle>
            <a:lvl1pPr marL="0" indent="0" algn="ctr">
              <a:buNone/>
              <a:defRPr sz="3600" b="1" i="0" spc="-150">
                <a:solidFill>
                  <a:schemeClr val="accent2"/>
                </a:solidFill>
                <a:latin typeface="Arial Black" panose="020B0604020202020204" pitchFamily="34" charset="0"/>
                <a:cs typeface="Arial Black" panose="020B0604020202020204" pitchFamily="34" charset="0"/>
              </a:defRPr>
            </a:lvl1pPr>
          </a:lstStyle>
          <a:p>
            <a:pPr lvl="0"/>
            <a:r>
              <a:rPr lang="en-US" dirty="0"/>
              <a:t>##</a:t>
            </a:r>
          </a:p>
        </p:txBody>
      </p:sp>
      <p:sp>
        <p:nvSpPr>
          <p:cNvPr id="42" name="Text Placeholder 10">
            <a:extLst>
              <a:ext uri="{FF2B5EF4-FFF2-40B4-BE49-F238E27FC236}">
                <a16:creationId xmlns:a16="http://schemas.microsoft.com/office/drawing/2014/main" id="{C5A3108E-259D-2A27-34D2-6A1EA6B1B8E1}"/>
              </a:ext>
            </a:extLst>
          </p:cNvPr>
          <p:cNvSpPr>
            <a:spLocks noGrp="1"/>
          </p:cNvSpPr>
          <p:nvPr>
            <p:ph type="body" sz="quarter" idx="29" hasCustomPrompt="1"/>
          </p:nvPr>
        </p:nvSpPr>
        <p:spPr>
          <a:xfrm>
            <a:off x="7580594" y="4401624"/>
            <a:ext cx="4232466" cy="786384"/>
          </a:xfrm>
        </p:spPr>
        <p:txBody>
          <a:bodyPr anchor="ctr">
            <a:noAutofit/>
          </a:bodyPr>
          <a:lstStyle>
            <a:lvl1pPr marL="0" indent="0">
              <a:buNone/>
              <a:defRPr sz="2000" spc="0"/>
            </a:lvl1pPr>
          </a:lstStyle>
          <a:p>
            <a:r>
              <a:rPr lang="en-US" dirty="0"/>
              <a:t>Click to add text</a:t>
            </a:r>
          </a:p>
        </p:txBody>
      </p:sp>
      <p:sp>
        <p:nvSpPr>
          <p:cNvPr id="5" name="Slide Number Placeholder 4">
            <a:extLst>
              <a:ext uri="{FF2B5EF4-FFF2-40B4-BE49-F238E27FC236}">
                <a16:creationId xmlns:a16="http://schemas.microsoft.com/office/drawing/2014/main" id="{498E8538-CC55-5C19-7A53-3BBBA7501FF2}"/>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15" name="Picture 6">
            <a:extLst>
              <a:ext uri="{FF2B5EF4-FFF2-40B4-BE49-F238E27FC236}">
                <a16:creationId xmlns:a16="http://schemas.microsoft.com/office/drawing/2014/main" id="{8F87618B-15A2-CC3A-B767-3C03DB7666E2}"/>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493953436"/>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genda/Topic slide-dark-mode">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8FE5B9-939F-C199-4652-9388E4E775D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16" name="Text Placeholder 5">
            <a:extLst>
              <a:ext uri="{FF2B5EF4-FFF2-40B4-BE49-F238E27FC236}">
                <a16:creationId xmlns:a16="http://schemas.microsoft.com/office/drawing/2014/main" id="{D978F29F-2A5F-D709-A046-DAFCF617678C}"/>
              </a:ext>
            </a:extLst>
          </p:cNvPr>
          <p:cNvSpPr>
            <a:spLocks noGrp="1"/>
          </p:cNvSpPr>
          <p:nvPr>
            <p:ph type="body" sz="quarter" idx="13" hasCustomPrompt="1"/>
          </p:nvPr>
        </p:nvSpPr>
        <p:spPr>
          <a:xfrm>
            <a:off x="381000" y="2908060"/>
            <a:ext cx="2523744" cy="3102157"/>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r>
              <a:rPr lang="en-US" dirty="0"/>
              <a:t>Add text here; number above is editable.  Use number format 01, 02, etc.</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AFCC4D41-5ABD-BFFF-1214-BC8B78670885}"/>
              </a:ext>
            </a:extLst>
          </p:cNvPr>
          <p:cNvSpPr>
            <a:spLocks noGrp="1"/>
          </p:cNvSpPr>
          <p:nvPr>
            <p:ph type="body" sz="quarter" idx="14" hasCustomPrompt="1"/>
          </p:nvPr>
        </p:nvSpPr>
        <p:spPr>
          <a:xfrm>
            <a:off x="3349752" y="2908060"/>
            <a:ext cx="2523744" cy="3102157"/>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06359C36-DD63-0BAE-4FFE-8DC4243A42FD}"/>
              </a:ext>
            </a:extLst>
          </p:cNvPr>
          <p:cNvSpPr>
            <a:spLocks noGrp="1"/>
          </p:cNvSpPr>
          <p:nvPr>
            <p:ph type="body" sz="quarter" idx="15" hasCustomPrompt="1"/>
          </p:nvPr>
        </p:nvSpPr>
        <p:spPr>
          <a:xfrm>
            <a:off x="6318504" y="2908060"/>
            <a:ext cx="2523744" cy="3102157"/>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93244C3F-EB26-094B-BF32-315C079BBA2B}"/>
              </a:ext>
            </a:extLst>
          </p:cNvPr>
          <p:cNvSpPr>
            <a:spLocks noGrp="1"/>
          </p:cNvSpPr>
          <p:nvPr>
            <p:ph type="body" sz="quarter" idx="16" hasCustomPrompt="1"/>
          </p:nvPr>
        </p:nvSpPr>
        <p:spPr>
          <a:xfrm>
            <a:off x="9287255" y="2908060"/>
            <a:ext cx="2523744" cy="3102157"/>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ext Placeholder 11">
            <a:extLst>
              <a:ext uri="{FF2B5EF4-FFF2-40B4-BE49-F238E27FC236}">
                <a16:creationId xmlns:a16="http://schemas.microsoft.com/office/drawing/2014/main" id="{D20E8D51-D2EE-930A-4C37-4AAF259C59DB}"/>
              </a:ext>
            </a:extLst>
          </p:cNvPr>
          <p:cNvSpPr>
            <a:spLocks noGrp="1"/>
          </p:cNvSpPr>
          <p:nvPr>
            <p:ph type="body" sz="quarter" idx="17" hasCustomPrompt="1"/>
          </p:nvPr>
        </p:nvSpPr>
        <p:spPr>
          <a:xfrm>
            <a:off x="381000" y="1543250"/>
            <a:ext cx="2523745" cy="1327843"/>
          </a:xfrm>
        </p:spPr>
        <p:txBody>
          <a:bodyPr wrap="square" lIns="0" anchor="b" anchorCtr="0">
            <a:noAutofit/>
          </a:bodyPr>
          <a:lstStyle>
            <a:lvl1pPr marL="0" indent="0">
              <a:buNone/>
              <a:defRPr sz="8600" b="1" i="0" spc="-1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r>
              <a:rPr lang="en-US" dirty="0"/>
              <a:t>##</a:t>
            </a:r>
          </a:p>
        </p:txBody>
      </p:sp>
      <p:sp>
        <p:nvSpPr>
          <p:cNvPr id="7" name="Text Placeholder 11">
            <a:extLst>
              <a:ext uri="{FF2B5EF4-FFF2-40B4-BE49-F238E27FC236}">
                <a16:creationId xmlns:a16="http://schemas.microsoft.com/office/drawing/2014/main" id="{B7C53936-8680-708D-3DFB-A9D44CF46EFF}"/>
              </a:ext>
            </a:extLst>
          </p:cNvPr>
          <p:cNvSpPr>
            <a:spLocks noGrp="1"/>
          </p:cNvSpPr>
          <p:nvPr>
            <p:ph type="body" sz="quarter" idx="18" hasCustomPrompt="1"/>
          </p:nvPr>
        </p:nvSpPr>
        <p:spPr>
          <a:xfrm>
            <a:off x="3349752" y="1543250"/>
            <a:ext cx="2523745" cy="1327843"/>
          </a:xfrm>
        </p:spPr>
        <p:txBody>
          <a:bodyPr wrap="square" lIns="0" anchor="b" anchorCtr="0">
            <a:noAutofit/>
          </a:bodyPr>
          <a:lstStyle>
            <a:lvl1pPr marL="0" indent="0">
              <a:buNone/>
              <a:defRPr sz="8600" b="1" i="0" spc="-1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8" name="Text Placeholder 11">
            <a:extLst>
              <a:ext uri="{FF2B5EF4-FFF2-40B4-BE49-F238E27FC236}">
                <a16:creationId xmlns:a16="http://schemas.microsoft.com/office/drawing/2014/main" id="{2C7F86B1-9D3F-7041-5C0C-861686B41BB1}"/>
              </a:ext>
            </a:extLst>
          </p:cNvPr>
          <p:cNvSpPr>
            <a:spLocks noGrp="1"/>
          </p:cNvSpPr>
          <p:nvPr>
            <p:ph type="body" sz="quarter" idx="19" hasCustomPrompt="1"/>
          </p:nvPr>
        </p:nvSpPr>
        <p:spPr>
          <a:xfrm>
            <a:off x="6319289" y="1543250"/>
            <a:ext cx="2523745" cy="1327843"/>
          </a:xfrm>
        </p:spPr>
        <p:txBody>
          <a:bodyPr wrap="square" lIns="0" anchor="b" anchorCtr="0">
            <a:noAutofit/>
          </a:bodyPr>
          <a:lstStyle>
            <a:lvl1pPr marL="0" indent="0">
              <a:buNone/>
              <a:defRPr sz="8600" b="1" i="0" spc="-1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11" name="Text Placeholder 11">
            <a:extLst>
              <a:ext uri="{FF2B5EF4-FFF2-40B4-BE49-F238E27FC236}">
                <a16:creationId xmlns:a16="http://schemas.microsoft.com/office/drawing/2014/main" id="{105BFE26-F03E-A400-1A61-EBB99F202572}"/>
              </a:ext>
            </a:extLst>
          </p:cNvPr>
          <p:cNvSpPr>
            <a:spLocks noGrp="1"/>
          </p:cNvSpPr>
          <p:nvPr>
            <p:ph type="body" sz="quarter" idx="20" hasCustomPrompt="1"/>
          </p:nvPr>
        </p:nvSpPr>
        <p:spPr>
          <a:xfrm>
            <a:off x="9288826" y="1543250"/>
            <a:ext cx="2523745" cy="1327843"/>
          </a:xfrm>
        </p:spPr>
        <p:txBody>
          <a:bodyPr wrap="square" lIns="0" anchor="b" anchorCtr="0">
            <a:noAutofit/>
          </a:bodyPr>
          <a:lstStyle>
            <a:lvl1pPr marL="0" indent="0">
              <a:buNone/>
              <a:defRPr sz="8600" b="1" i="0" spc="-1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sp>
        <p:nvSpPr>
          <p:cNvPr id="3" name="Slide Number Placeholder 4">
            <a:extLst>
              <a:ext uri="{FF2B5EF4-FFF2-40B4-BE49-F238E27FC236}">
                <a16:creationId xmlns:a16="http://schemas.microsoft.com/office/drawing/2014/main" id="{6000AFE1-7DA1-C75A-7727-71F01F790BF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12" name="Rectangle 26">
            <a:extLst>
              <a:ext uri="{FF2B5EF4-FFF2-40B4-BE49-F238E27FC236}">
                <a16:creationId xmlns:a16="http://schemas.microsoft.com/office/drawing/2014/main" id="{EF543ADE-4367-1870-6139-582AED589379}"/>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5" name="Picture 6">
            <a:extLst>
              <a:ext uri="{FF2B5EF4-FFF2-40B4-BE49-F238E27FC236}">
                <a16:creationId xmlns:a16="http://schemas.microsoft.com/office/drawing/2014/main" id="{50F6B3EB-3B4E-FF21-901F-1E15D259F8D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2801921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ection Slide-dark-mo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4961744"/>
            <a:ext cx="8829198" cy="924710"/>
          </a:xfrm>
        </p:spPr>
        <p:txBody>
          <a:bodyPr anchor="b">
            <a:noAutofit/>
          </a:bodyPr>
          <a:lstStyle>
            <a:lvl1pPr algn="l">
              <a:defRPr sz="300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5934077"/>
            <a:ext cx="8829198" cy="342900"/>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3" name="Text Placeholder 11">
            <a:extLst>
              <a:ext uri="{FF2B5EF4-FFF2-40B4-BE49-F238E27FC236}">
                <a16:creationId xmlns:a16="http://schemas.microsoft.com/office/drawing/2014/main" id="{B7E74FEA-39CD-808A-C76E-456383CF3223}"/>
              </a:ext>
            </a:extLst>
          </p:cNvPr>
          <p:cNvSpPr>
            <a:spLocks noGrp="1"/>
          </p:cNvSpPr>
          <p:nvPr>
            <p:ph type="body" sz="quarter" idx="10" hasCustomPrompt="1"/>
          </p:nvPr>
        </p:nvSpPr>
        <p:spPr>
          <a:xfrm>
            <a:off x="546020" y="2973674"/>
            <a:ext cx="3169505" cy="1988070"/>
          </a:xfrm>
        </p:spPr>
        <p:txBody>
          <a:bodyPr wrap="none" lIns="0" anchor="ctr">
            <a:noAutofit/>
          </a:bodyPr>
          <a:lstStyle>
            <a:lvl1pPr marL="0" indent="0">
              <a:buNone/>
              <a:defRPr sz="17500" b="1" i="0" spc="-2000" baseline="0">
                <a:solidFill>
                  <a:schemeClr val="accent2"/>
                </a:solidFill>
                <a:latin typeface="Arial Black" panose="020B0604020202020204" pitchFamily="34" charset="0"/>
                <a:cs typeface="Arial Black" panose="020B0604020202020204" pitchFamily="34" charset="0"/>
              </a:defRPr>
            </a:lvl1pPr>
            <a:lvl2pPr marL="182880" indent="0">
              <a:buNone/>
              <a:defRPr/>
            </a:lvl2pPr>
            <a:lvl3pPr marL="365760" indent="0">
              <a:buNone/>
              <a:defRPr/>
            </a:lvl3pPr>
            <a:lvl4pPr marL="548640" indent="0">
              <a:buNone/>
              <a:defRPr/>
            </a:lvl4pPr>
            <a:lvl5pPr marL="731520" indent="0">
              <a:buNone/>
              <a:defRPr/>
            </a:lvl5pPr>
          </a:lstStyle>
          <a:p>
            <a:pPr lvl="0"/>
            <a:r>
              <a:rPr lang="en-GB" dirty="0"/>
              <a:t>##</a:t>
            </a:r>
            <a:endParaRPr lang="en-US" dirty="0"/>
          </a:p>
        </p:txBody>
      </p:sp>
      <p:pic>
        <p:nvPicPr>
          <p:cNvPr id="4" name="Graphic 3">
            <a:extLst>
              <a:ext uri="{FF2B5EF4-FFF2-40B4-BE49-F238E27FC236}">
                <a16:creationId xmlns:a16="http://schemas.microsoft.com/office/drawing/2014/main" id="{63A8D7B2-B353-B67C-66CF-70BDC2B6F1E6}"/>
              </a:ext>
            </a:extLst>
          </p:cNvPr>
          <p:cNvPicPr/>
          <p:nvPr userDrawn="1"/>
        </p:nvPicPr>
        <p:blipFill>
          <a:blip>
            <a:extLst>
              <a:ext uri="{96DAC541-7B7A-43D3-8B79-37D633B846F1}">
                <asvg:svgBlip xmlns:asvg="http://schemas.microsoft.com/office/drawing/2016/SVG/main" r:embed="rId2"/>
              </a:ext>
            </a:extLst>
          </a:blip>
          <a:srcRect/>
          <a:stretch/>
        </p:blipFill>
        <p:spPr>
          <a:xfrm>
            <a:off x="10224590" y="5461000"/>
            <a:ext cx="1801706" cy="1206500"/>
          </a:xfrm>
          <a:prstGeom prst="rect">
            <a:avLst/>
          </a:prstGeom>
        </p:spPr>
      </p:pic>
      <p:sp>
        <p:nvSpPr>
          <p:cNvPr id="8" name="Rectangle">
            <a:extLst>
              <a:ext uri="{FF2B5EF4-FFF2-40B4-BE49-F238E27FC236}">
                <a16:creationId xmlns:a16="http://schemas.microsoft.com/office/drawing/2014/main" id="{9FFAF51B-59B3-409A-0469-39EDEF3324FA}"/>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6" name="Picture 6">
            <a:extLst>
              <a:ext uri="{FF2B5EF4-FFF2-40B4-BE49-F238E27FC236}">
                <a16:creationId xmlns:a16="http://schemas.microsoft.com/office/drawing/2014/main" id="{A6041348-D1F9-441C-DE4B-36300BE06AF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5636542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Separator Slide-dark-mo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76C9-2356-22A6-5441-84E77464B55A}"/>
              </a:ext>
            </a:extLst>
          </p:cNvPr>
          <p:cNvSpPr>
            <a:spLocks noGrp="1"/>
          </p:cNvSpPr>
          <p:nvPr>
            <p:ph type="ctrTitle" hasCustomPrompt="1"/>
          </p:nvPr>
        </p:nvSpPr>
        <p:spPr>
          <a:xfrm>
            <a:off x="641470" y="2835689"/>
            <a:ext cx="8829198" cy="1545108"/>
          </a:xfrm>
        </p:spPr>
        <p:txBody>
          <a:bodyPr anchor="b">
            <a:noAutofit/>
          </a:bodyPr>
          <a:lstStyle>
            <a:lvl1pPr algn="l">
              <a:defRPr sz="6000" spc="-15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384FD67D-7BA3-C2D7-4395-16F69E74CF6C}"/>
              </a:ext>
            </a:extLst>
          </p:cNvPr>
          <p:cNvSpPr>
            <a:spLocks noGrp="1"/>
          </p:cNvSpPr>
          <p:nvPr>
            <p:ph type="subTitle" idx="1" hasCustomPrompt="1"/>
          </p:nvPr>
        </p:nvSpPr>
        <p:spPr>
          <a:xfrm>
            <a:off x="641470" y="4574120"/>
            <a:ext cx="8829198" cy="914428"/>
          </a:xfrm>
        </p:spPr>
        <p:txBody>
          <a:bodyPr>
            <a:noAutofit/>
          </a:bodyPr>
          <a:lstStyle>
            <a:lvl1pPr marL="0" indent="0" algn="l">
              <a:buNone/>
              <a:defRPr sz="20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5" name="Graphic 4">
            <a:extLst>
              <a:ext uri="{FF2B5EF4-FFF2-40B4-BE49-F238E27FC236}">
                <a16:creationId xmlns:a16="http://schemas.microsoft.com/office/drawing/2014/main" id="{88CCEA8E-209A-F28C-4BDF-0ECE1B692E6C}"/>
              </a:ext>
            </a:extLst>
          </p:cNvPr>
          <p:cNvPicPr/>
          <p:nvPr userDrawn="1"/>
        </p:nvPicPr>
        <p:blipFill>
          <a:blip>
            <a:extLst>
              <a:ext uri="{96DAC541-7B7A-43D3-8B79-37D633B846F1}">
                <asvg:svgBlip xmlns:asvg="http://schemas.microsoft.com/office/drawing/2016/SVG/main" r:embed="rId2"/>
              </a:ext>
            </a:extLst>
          </a:blip>
          <a:srcRect/>
          <a:stretch/>
        </p:blipFill>
        <p:spPr>
          <a:xfrm>
            <a:off x="165702" y="190499"/>
            <a:ext cx="1817992" cy="1217406"/>
          </a:xfrm>
          <a:prstGeom prst="rect">
            <a:avLst/>
          </a:prstGeom>
        </p:spPr>
      </p:pic>
      <p:pic>
        <p:nvPicPr>
          <p:cNvPr id="7" name="Graphic 6">
            <a:extLst>
              <a:ext uri="{FF2B5EF4-FFF2-40B4-BE49-F238E27FC236}">
                <a16:creationId xmlns:a16="http://schemas.microsoft.com/office/drawing/2014/main" id="{F6469F88-EBE9-4C96-64F2-F4B8E98C3E28}"/>
              </a:ext>
            </a:extLst>
          </p:cNvPr>
          <p:cNvPicPr/>
          <p:nvPr userDrawn="1"/>
        </p:nvPicPr>
        <p:blipFill>
          <a:blip>
            <a:extLst>
              <a:ext uri="{96DAC541-7B7A-43D3-8B79-37D633B846F1}">
                <asvg:svgBlip xmlns:asvg="http://schemas.microsoft.com/office/drawing/2016/SVG/main" r:embed="rId3"/>
              </a:ext>
            </a:extLst>
          </a:blip>
          <a:srcRect/>
          <a:stretch/>
        </p:blipFill>
        <p:spPr>
          <a:xfrm>
            <a:off x="10208304" y="5450094"/>
            <a:ext cx="1817992" cy="1217405"/>
          </a:xfrm>
          <a:prstGeom prst="rect">
            <a:avLst/>
          </a:prstGeom>
        </p:spPr>
      </p:pic>
      <p:sp>
        <p:nvSpPr>
          <p:cNvPr id="10" name="Rectangle">
            <a:extLst>
              <a:ext uri="{FF2B5EF4-FFF2-40B4-BE49-F238E27FC236}">
                <a16:creationId xmlns:a16="http://schemas.microsoft.com/office/drawing/2014/main" id="{6A767FB4-BDE1-7C2F-DD81-6D0DF37321EC}"/>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a:p>
        </p:txBody>
      </p:sp>
      <p:pic>
        <p:nvPicPr>
          <p:cNvPr id="4" name="Picture 7">
            <a:extLst>
              <a:ext uri="{FF2B5EF4-FFF2-40B4-BE49-F238E27FC236}">
                <a16:creationId xmlns:a16="http://schemas.microsoft.com/office/drawing/2014/main" id="{7ED44227-B0DF-D186-8466-EC7A6D72356B}"/>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132003" y="434072"/>
            <a:ext cx="1497676" cy="488372"/>
          </a:xfrm>
          <a:prstGeom prst="rect">
            <a:avLst/>
          </a:prstGeom>
        </p:spPr>
      </p:pic>
    </p:spTree>
    <p:extLst>
      <p:ext uri="{BB962C8B-B14F-4D97-AF65-F5344CB8AC3E}">
        <p14:creationId xmlns:p14="http://schemas.microsoft.com/office/powerpoint/2010/main" val="4493714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Column Content-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06C468-8F09-82CF-6424-FD63912FD04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3" name="Content Placeholder 2">
            <a:extLst>
              <a:ext uri="{FF2B5EF4-FFF2-40B4-BE49-F238E27FC236}">
                <a16:creationId xmlns:a16="http://schemas.microsoft.com/office/drawing/2014/main" id="{29B9A595-1DF8-831F-0E8F-CACAD549B13F}"/>
              </a:ext>
            </a:extLst>
          </p:cNvPr>
          <p:cNvSpPr>
            <a:spLocks noGrp="1"/>
          </p:cNvSpPr>
          <p:nvPr>
            <p:ph idx="1" hasCustomPrompt="1"/>
          </p:nvPr>
        </p:nvSpPr>
        <p:spPr>
          <a:xfrm>
            <a:off x="381000" y="1821626"/>
            <a:ext cx="10193983" cy="4619778"/>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5" name="Title 1">
            <a:extLst>
              <a:ext uri="{FF2B5EF4-FFF2-40B4-BE49-F238E27FC236}">
                <a16:creationId xmlns:a16="http://schemas.microsoft.com/office/drawing/2014/main" id="{A7570823-0086-B5AF-DE53-521BC64B81D7}"/>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7" name="Text Placeholder 8">
            <a:extLst>
              <a:ext uri="{FF2B5EF4-FFF2-40B4-BE49-F238E27FC236}">
                <a16:creationId xmlns:a16="http://schemas.microsoft.com/office/drawing/2014/main" id="{45ED6F52-F1E3-DD31-4B8F-D6B9F54DABB6}"/>
              </a:ext>
            </a:extLst>
          </p:cNvPr>
          <p:cNvSpPr>
            <a:spLocks noGrp="1"/>
          </p:cNvSpPr>
          <p:nvPr>
            <p:ph type="body" sz="quarter" idx="13" hasCustomPrompt="1"/>
          </p:nvPr>
        </p:nvSpPr>
        <p:spPr>
          <a:xfrm>
            <a:off x="381000" y="1360555"/>
            <a:ext cx="10193982" cy="361950"/>
          </a:xfrm>
        </p:spPr>
        <p:txBody>
          <a:bodyPr>
            <a:noAutofit/>
          </a:bodyPr>
          <a:lstStyle>
            <a:lvl1pPr marL="0" indent="0">
              <a:buNone/>
              <a:defRPr sz="2200" b="1" spc="0" baseline="0"/>
            </a:lvl1pPr>
          </a:lstStyle>
          <a:p>
            <a:pPr lvl="0"/>
            <a:r>
              <a:rPr lang="en-US" dirty="0"/>
              <a:t>Click to add text</a:t>
            </a:r>
          </a:p>
        </p:txBody>
      </p:sp>
      <p:sp>
        <p:nvSpPr>
          <p:cNvPr id="8" name="Rectangle 26">
            <a:extLst>
              <a:ext uri="{FF2B5EF4-FFF2-40B4-BE49-F238E27FC236}">
                <a16:creationId xmlns:a16="http://schemas.microsoft.com/office/drawing/2014/main" id="{13D91BB2-6997-4641-3821-DAF25960C9F7}"/>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064430CE-32AC-CC5A-31C8-A9923E6A01A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61503924"/>
      </p:ext>
    </p:extLst>
  </p:cSld>
  <p:clrMapOvr>
    <a:masterClrMapping/>
  </p:clrMapOvr>
  <p:extLst>
    <p:ext uri="{DCECCB84-F9BA-43D5-87BE-67443E8EF086}">
      <p15:sldGuideLst xmlns:p15="http://schemas.microsoft.com/office/powerpoint/2012/main">
        <p15:guide id="1" orient="horz" pos="110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lumn Content-dark-mo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1AE942-6150-48D4-C946-A7238885551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2436C617-602D-6D26-8627-2A45477594B1}"/>
              </a:ext>
            </a:extLst>
          </p:cNvPr>
          <p:cNvSpPr>
            <a:spLocks noGrp="1"/>
          </p:cNvSpPr>
          <p:nvPr>
            <p:ph sz="half" idx="1" hasCustomPrompt="1"/>
          </p:nvPr>
        </p:nvSpPr>
        <p:spPr>
          <a:xfrm>
            <a:off x="381000" y="1823027"/>
            <a:ext cx="5524501" cy="3827283"/>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a:extLst>
              <a:ext uri="{FF2B5EF4-FFF2-40B4-BE49-F238E27FC236}">
                <a16:creationId xmlns:a16="http://schemas.microsoft.com/office/drawing/2014/main" id="{83BAAD7A-1842-B070-1699-D06503BBF8EC}"/>
              </a:ext>
            </a:extLst>
          </p:cNvPr>
          <p:cNvSpPr>
            <a:spLocks noGrp="1"/>
          </p:cNvSpPr>
          <p:nvPr>
            <p:ph sz="half" idx="2" hasCustomPrompt="1"/>
          </p:nvPr>
        </p:nvSpPr>
        <p:spPr>
          <a:xfrm>
            <a:off x="6286501" y="1823027"/>
            <a:ext cx="5534389" cy="3827283"/>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Slide Number Placeholder 6">
            <a:extLst>
              <a:ext uri="{FF2B5EF4-FFF2-40B4-BE49-F238E27FC236}">
                <a16:creationId xmlns:a16="http://schemas.microsoft.com/office/drawing/2014/main" id="{EDAD2AD9-0A39-15D0-98BD-74DF6725D63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9" name="Text Placeholder 8">
            <a:extLst>
              <a:ext uri="{FF2B5EF4-FFF2-40B4-BE49-F238E27FC236}">
                <a16:creationId xmlns:a16="http://schemas.microsoft.com/office/drawing/2014/main" id="{A23CA2C3-0F06-86A4-D9AA-56C03974B50B}"/>
              </a:ext>
            </a:extLst>
          </p:cNvPr>
          <p:cNvSpPr>
            <a:spLocks noGrp="1"/>
          </p:cNvSpPr>
          <p:nvPr>
            <p:ph type="body" sz="quarter" idx="13" hasCustomPrompt="1"/>
          </p:nvPr>
        </p:nvSpPr>
        <p:spPr>
          <a:xfrm>
            <a:off x="381000" y="1360555"/>
            <a:ext cx="5524500" cy="361950"/>
          </a:xfrm>
        </p:spPr>
        <p:txBody>
          <a:bodyPr>
            <a:noAutofit/>
          </a:bodyPr>
          <a:lstStyle>
            <a:lvl1pPr marL="0" indent="0">
              <a:buNone/>
              <a:defRPr sz="2200" b="1" spc="0" baseline="0"/>
            </a:lvl1pPr>
          </a:lstStyle>
          <a:p>
            <a:pPr lvl="0"/>
            <a:r>
              <a:rPr lang="en-US" dirty="0"/>
              <a:t>Click to add text</a:t>
            </a:r>
          </a:p>
        </p:txBody>
      </p:sp>
      <p:sp>
        <p:nvSpPr>
          <p:cNvPr id="10" name="Text Placeholder 8">
            <a:extLst>
              <a:ext uri="{FF2B5EF4-FFF2-40B4-BE49-F238E27FC236}">
                <a16:creationId xmlns:a16="http://schemas.microsoft.com/office/drawing/2014/main" id="{F8DAF621-99E5-197D-63DA-8AEFF4DBE12A}"/>
              </a:ext>
            </a:extLst>
          </p:cNvPr>
          <p:cNvSpPr>
            <a:spLocks noGrp="1"/>
          </p:cNvSpPr>
          <p:nvPr>
            <p:ph type="body" sz="quarter" idx="14" hasCustomPrompt="1"/>
          </p:nvPr>
        </p:nvSpPr>
        <p:spPr>
          <a:xfrm>
            <a:off x="6286502" y="1360555"/>
            <a:ext cx="5534387" cy="361950"/>
          </a:xfrm>
        </p:spPr>
        <p:txBody>
          <a:bodyPr>
            <a:noAutofit/>
          </a:bodyPr>
          <a:lstStyle>
            <a:lvl1pPr marL="0" indent="0">
              <a:buNone/>
              <a:defRPr sz="2200" b="1" spc="0" baseline="0"/>
            </a:lvl1pPr>
          </a:lstStyle>
          <a:p>
            <a:pPr lvl="0"/>
            <a:r>
              <a:rPr lang="en-US" dirty="0"/>
              <a:t>Click to add text</a:t>
            </a:r>
          </a:p>
        </p:txBody>
      </p:sp>
      <p:sp>
        <p:nvSpPr>
          <p:cNvPr id="8" name="Rectangle 26">
            <a:extLst>
              <a:ext uri="{FF2B5EF4-FFF2-40B4-BE49-F238E27FC236}">
                <a16:creationId xmlns:a16="http://schemas.microsoft.com/office/drawing/2014/main" id="{DB6AAF94-1D74-F62C-2B92-58CF5650A21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6" name="Picture 6">
            <a:extLst>
              <a:ext uri="{FF2B5EF4-FFF2-40B4-BE49-F238E27FC236}">
                <a16:creationId xmlns:a16="http://schemas.microsoft.com/office/drawing/2014/main" id="{84C3F28F-005E-ED86-57D3-3C275693E4A7}"/>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10043505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Column Content-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070E67-C195-C097-A5B6-60D5C5E0DA0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0665" y="1384314"/>
            <a:ext cx="3628027"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82101" y="1384314"/>
            <a:ext cx="3628800"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hasCustomPrompt="1"/>
          </p:nvPr>
        </p:nvSpPr>
        <p:spPr/>
        <p:txBody>
          <a:bodyPr/>
          <a:lstStyle/>
          <a:p>
            <a:r>
              <a:rPr lang="en-US" dirty="0"/>
              <a:t>Click to add title</a:t>
            </a:r>
          </a:p>
        </p:txBody>
      </p:sp>
      <p:sp>
        <p:nvSpPr>
          <p:cNvPr id="6" name="Content Placeholder 2">
            <a:extLst>
              <a:ext uri="{FF2B5EF4-FFF2-40B4-BE49-F238E27FC236}">
                <a16:creationId xmlns:a16="http://schemas.microsoft.com/office/drawing/2014/main" id="{A111ACB4-94FA-B33D-33AB-2FD1795BAE3B}"/>
              </a:ext>
            </a:extLst>
          </p:cNvPr>
          <p:cNvSpPr>
            <a:spLocks noGrp="1"/>
          </p:cNvSpPr>
          <p:nvPr>
            <p:ph idx="1" hasCustomPrompt="1"/>
          </p:nvPr>
        </p:nvSpPr>
        <p:spPr>
          <a:xfrm>
            <a:off x="393729" y="1753387"/>
            <a:ext cx="3628800" cy="1675614"/>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412DE955-1B49-6E3A-31EA-24CE8BC2D2C2}"/>
              </a:ext>
            </a:extLst>
          </p:cNvPr>
          <p:cNvSpPr>
            <a:spLocks noGrp="1"/>
          </p:cNvSpPr>
          <p:nvPr>
            <p:ph idx="24" hasCustomPrompt="1"/>
          </p:nvPr>
        </p:nvSpPr>
        <p:spPr>
          <a:xfrm>
            <a:off x="4293295" y="1753387"/>
            <a:ext cx="3615397" cy="1675614"/>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2">
            <a:extLst>
              <a:ext uri="{FF2B5EF4-FFF2-40B4-BE49-F238E27FC236}">
                <a16:creationId xmlns:a16="http://schemas.microsoft.com/office/drawing/2014/main" id="{93759764-A477-E70A-691C-BEE877A6BAA9}"/>
              </a:ext>
            </a:extLst>
          </p:cNvPr>
          <p:cNvSpPr>
            <a:spLocks noGrp="1"/>
          </p:cNvSpPr>
          <p:nvPr>
            <p:ph idx="25" hasCustomPrompt="1"/>
          </p:nvPr>
        </p:nvSpPr>
        <p:spPr>
          <a:xfrm>
            <a:off x="8183880" y="1753387"/>
            <a:ext cx="3626249" cy="1675614"/>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Slide Number Placeholder 8">
            <a:extLst>
              <a:ext uri="{FF2B5EF4-FFF2-40B4-BE49-F238E27FC236}">
                <a16:creationId xmlns:a16="http://schemas.microsoft.com/office/drawing/2014/main" id="{6DB369B1-99A9-9A3B-A823-59B20E2F7F78}"/>
              </a:ext>
            </a:extLst>
          </p:cNvPr>
          <p:cNvSpPr>
            <a:spLocks noGrp="1"/>
          </p:cNvSpPr>
          <p:nvPr>
            <p:ph type="sldNum" sz="quarter" idx="27"/>
          </p:nvPr>
        </p:nvSpPr>
        <p:spPr/>
        <p:txBody>
          <a:bodyPr/>
          <a:lstStyle/>
          <a:p>
            <a:fld id="{324C0A44-AD9E-49C7-A6F8-E7DA309B6D4F}" type="slidenum">
              <a:rPr lang="en-US" smtClean="0"/>
              <a:pPr/>
              <a:t>‹#›</a:t>
            </a:fld>
            <a:endParaRPr lang="en-US" dirty="0"/>
          </a:p>
        </p:txBody>
      </p:sp>
      <p:sp>
        <p:nvSpPr>
          <p:cNvPr id="4" name="Text Placeholder 14">
            <a:extLst>
              <a:ext uri="{FF2B5EF4-FFF2-40B4-BE49-F238E27FC236}">
                <a16:creationId xmlns:a16="http://schemas.microsoft.com/office/drawing/2014/main" id="{891DF723-ACC5-FBB0-178C-D316E33C7E2D}"/>
              </a:ext>
            </a:extLst>
          </p:cNvPr>
          <p:cNvSpPr>
            <a:spLocks noGrp="1"/>
          </p:cNvSpPr>
          <p:nvPr>
            <p:ph type="body" sz="quarter" idx="19" hasCustomPrompt="1"/>
          </p:nvPr>
        </p:nvSpPr>
        <p:spPr>
          <a:xfrm>
            <a:off x="381099" y="1384314"/>
            <a:ext cx="3628800" cy="276999"/>
          </a:xfrm>
        </p:spPr>
        <p:txBody>
          <a:bodyPr wrap="square"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0" name="Rectangle 26">
            <a:extLst>
              <a:ext uri="{FF2B5EF4-FFF2-40B4-BE49-F238E27FC236}">
                <a16:creationId xmlns:a16="http://schemas.microsoft.com/office/drawing/2014/main" id="{9B8B1C08-2324-668B-58AA-189A0DF5D7CC}"/>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5" name="Picture 6">
            <a:extLst>
              <a:ext uri="{FF2B5EF4-FFF2-40B4-BE49-F238E27FC236}">
                <a16:creationId xmlns:a16="http://schemas.microsoft.com/office/drawing/2014/main" id="{2F655466-1580-B232-5DD8-228041F16E4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9666371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our Column Content-dark-mo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058C55E-E299-7564-C2A0-0A58197A1FB2}"/>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99" y="1384314"/>
            <a:ext cx="2739600"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279096" y="1384314"/>
            <a:ext cx="2737695"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177092" y="1384314"/>
            <a:ext cx="2737695"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058603" y="1384314"/>
            <a:ext cx="2752298" cy="276999"/>
          </a:xfrm>
        </p:spPr>
        <p:txBody>
          <a:bodyPr wrap="square"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 name="Title 1">
            <a:extLst>
              <a:ext uri="{FF2B5EF4-FFF2-40B4-BE49-F238E27FC236}">
                <a16:creationId xmlns:a16="http://schemas.microsoft.com/office/drawing/2014/main" id="{E9A4D9F3-C7D9-43F2-953A-454ACDC677EC}"/>
              </a:ext>
            </a:extLst>
          </p:cNvPr>
          <p:cNvSpPr>
            <a:spLocks noGrp="1"/>
          </p:cNvSpPr>
          <p:nvPr>
            <p:ph type="title" hasCustomPrompt="1"/>
          </p:nvPr>
        </p:nvSpPr>
        <p:spPr/>
        <p:txBody>
          <a:bodyPr/>
          <a:lstStyle/>
          <a:p>
            <a:r>
              <a:rPr lang="en-US" dirty="0"/>
              <a:t>Click to add title</a:t>
            </a:r>
          </a:p>
        </p:txBody>
      </p:sp>
      <p:sp>
        <p:nvSpPr>
          <p:cNvPr id="7" name="Content Placeholder 2">
            <a:extLst>
              <a:ext uri="{FF2B5EF4-FFF2-40B4-BE49-F238E27FC236}">
                <a16:creationId xmlns:a16="http://schemas.microsoft.com/office/drawing/2014/main" id="{6CB6D97E-62E7-F7F5-E46B-2298B00F5F0B}"/>
              </a:ext>
            </a:extLst>
          </p:cNvPr>
          <p:cNvSpPr>
            <a:spLocks noGrp="1"/>
          </p:cNvSpPr>
          <p:nvPr>
            <p:ph idx="1" hasCustomPrompt="1"/>
          </p:nvPr>
        </p:nvSpPr>
        <p:spPr>
          <a:xfrm>
            <a:off x="393731" y="1753386"/>
            <a:ext cx="2737696" cy="4486640"/>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2">
            <a:extLst>
              <a:ext uri="{FF2B5EF4-FFF2-40B4-BE49-F238E27FC236}">
                <a16:creationId xmlns:a16="http://schemas.microsoft.com/office/drawing/2014/main" id="{3AE90A48-FB44-6D04-9E12-3E811ADBA479}"/>
              </a:ext>
            </a:extLst>
          </p:cNvPr>
          <p:cNvSpPr>
            <a:spLocks noGrp="1"/>
          </p:cNvSpPr>
          <p:nvPr>
            <p:ph idx="26" hasCustomPrompt="1"/>
          </p:nvPr>
        </p:nvSpPr>
        <p:spPr>
          <a:xfrm>
            <a:off x="3277608" y="1753386"/>
            <a:ext cx="2737696" cy="4486640"/>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Content Placeholder 2">
            <a:extLst>
              <a:ext uri="{FF2B5EF4-FFF2-40B4-BE49-F238E27FC236}">
                <a16:creationId xmlns:a16="http://schemas.microsoft.com/office/drawing/2014/main" id="{8568C5F9-F45F-847B-8596-03B381AAE52F}"/>
              </a:ext>
            </a:extLst>
          </p:cNvPr>
          <p:cNvSpPr>
            <a:spLocks noGrp="1"/>
          </p:cNvSpPr>
          <p:nvPr>
            <p:ph idx="27" hasCustomPrompt="1"/>
          </p:nvPr>
        </p:nvSpPr>
        <p:spPr>
          <a:xfrm>
            <a:off x="6177091" y="1753386"/>
            <a:ext cx="2737696" cy="4486640"/>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Content Placeholder 2">
            <a:extLst>
              <a:ext uri="{FF2B5EF4-FFF2-40B4-BE49-F238E27FC236}">
                <a16:creationId xmlns:a16="http://schemas.microsoft.com/office/drawing/2014/main" id="{4B2B0D5C-62A3-F7A9-C7DE-10BE8EB8D0D4}"/>
              </a:ext>
            </a:extLst>
          </p:cNvPr>
          <p:cNvSpPr>
            <a:spLocks noGrp="1"/>
          </p:cNvSpPr>
          <p:nvPr>
            <p:ph idx="28" hasCustomPrompt="1"/>
          </p:nvPr>
        </p:nvSpPr>
        <p:spPr>
          <a:xfrm>
            <a:off x="9064580" y="1753386"/>
            <a:ext cx="2737694" cy="4486640"/>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Slide Number Placeholder 4">
            <a:extLst>
              <a:ext uri="{FF2B5EF4-FFF2-40B4-BE49-F238E27FC236}">
                <a16:creationId xmlns:a16="http://schemas.microsoft.com/office/drawing/2014/main" id="{380A0927-7010-A9FF-B4C2-8AB57019AAF4}"/>
              </a:ext>
            </a:extLst>
          </p:cNvPr>
          <p:cNvSpPr>
            <a:spLocks noGrp="1"/>
          </p:cNvSpPr>
          <p:nvPr>
            <p:ph type="sldNum" sz="quarter" idx="30"/>
          </p:nvPr>
        </p:nvSpPr>
        <p:spPr/>
        <p:txBody>
          <a:bodyPr/>
          <a:lstStyle/>
          <a:p>
            <a:fld id="{324C0A44-AD9E-49C7-A6F8-E7DA309B6D4F}" type="slidenum">
              <a:rPr lang="en-US" smtClean="0"/>
              <a:pPr/>
              <a:t>‹#›</a:t>
            </a:fld>
            <a:endParaRPr lang="en-US" dirty="0"/>
          </a:p>
        </p:txBody>
      </p:sp>
      <p:sp>
        <p:nvSpPr>
          <p:cNvPr id="6" name="Rectangle 26">
            <a:extLst>
              <a:ext uri="{FF2B5EF4-FFF2-40B4-BE49-F238E27FC236}">
                <a16:creationId xmlns:a16="http://schemas.microsoft.com/office/drawing/2014/main" id="{F24D9BC2-E984-C9DC-5999-18493FDBAF7A}"/>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6A837FA2-D2BE-8BF2-EFAC-D3BD7D23E65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08962273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ive Column Content-dark-mo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772FF82-04AB-8A57-0444-1F5FE4505F5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100" y="1412014"/>
            <a:ext cx="2138400" cy="249299"/>
          </a:xfrm>
        </p:spPr>
        <p:txBody>
          <a:bodyPr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2702313" y="1412014"/>
            <a:ext cx="2138400" cy="249299"/>
          </a:xfrm>
        </p:spPr>
        <p:txBody>
          <a:bodyPr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023525" y="1412014"/>
            <a:ext cx="2138400" cy="249299"/>
          </a:xfrm>
        </p:spPr>
        <p:txBody>
          <a:bodyPr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344738" y="1412014"/>
            <a:ext cx="2138400" cy="249299"/>
          </a:xfrm>
        </p:spPr>
        <p:txBody>
          <a:bodyPr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676314" y="1412014"/>
            <a:ext cx="2131345" cy="249299"/>
          </a:xfrm>
        </p:spPr>
        <p:txBody>
          <a:bodyPr wrap="square" tIns="0" anchor="b" anchorCtr="0">
            <a:spAutoFit/>
          </a:bodyPr>
          <a:lstStyle>
            <a:lvl1pPr marL="0" indent="0">
              <a:lnSpc>
                <a:spcPct val="90000"/>
              </a:lnSpc>
              <a:spcBef>
                <a:spcPts val="500"/>
              </a:spcBef>
              <a:buNone/>
              <a:defRPr sz="18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8BDFC327-60D5-4420-B53E-212D6DE4887A}"/>
              </a:ext>
            </a:extLst>
          </p:cNvPr>
          <p:cNvSpPr>
            <a:spLocks noGrp="1"/>
          </p:cNvSpPr>
          <p:nvPr>
            <p:ph type="title" hasCustomPrompt="1"/>
          </p:nvPr>
        </p:nvSpPr>
        <p:spPr/>
        <p:txBody>
          <a:bodyPr/>
          <a:lstStyle/>
          <a:p>
            <a:r>
              <a:rPr lang="en-US" dirty="0"/>
              <a:t>Click to add title</a:t>
            </a:r>
          </a:p>
        </p:txBody>
      </p:sp>
      <p:sp>
        <p:nvSpPr>
          <p:cNvPr id="13" name="Content Placeholder 2">
            <a:extLst>
              <a:ext uri="{FF2B5EF4-FFF2-40B4-BE49-F238E27FC236}">
                <a16:creationId xmlns:a16="http://schemas.microsoft.com/office/drawing/2014/main" id="{9A7882C4-C13B-778D-EC79-E04DE64A767F}"/>
              </a:ext>
            </a:extLst>
          </p:cNvPr>
          <p:cNvSpPr>
            <a:spLocks noGrp="1"/>
          </p:cNvSpPr>
          <p:nvPr>
            <p:ph idx="1" hasCustomPrompt="1"/>
          </p:nvPr>
        </p:nvSpPr>
        <p:spPr>
          <a:xfrm>
            <a:off x="393730"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Slide Number Placeholder 4">
            <a:extLst>
              <a:ext uri="{FF2B5EF4-FFF2-40B4-BE49-F238E27FC236}">
                <a16:creationId xmlns:a16="http://schemas.microsoft.com/office/drawing/2014/main" id="{8B3709E8-CE64-6D9F-DBD4-679E92CB1CB8}"/>
              </a:ext>
            </a:extLst>
          </p:cNvPr>
          <p:cNvSpPr>
            <a:spLocks noGrp="1"/>
          </p:cNvSpPr>
          <p:nvPr>
            <p:ph type="sldNum" sz="quarter" idx="33"/>
          </p:nvPr>
        </p:nvSpPr>
        <p:spPr/>
        <p:txBody>
          <a:bodyPr/>
          <a:lstStyle/>
          <a:p>
            <a:fld id="{324C0A44-AD9E-49C7-A6F8-E7DA309B6D4F}" type="slidenum">
              <a:rPr lang="en-US" smtClean="0"/>
              <a:pPr/>
              <a:t>‹#›</a:t>
            </a:fld>
            <a:endParaRPr lang="en-US" dirty="0"/>
          </a:p>
        </p:txBody>
      </p:sp>
      <p:sp>
        <p:nvSpPr>
          <p:cNvPr id="2" name="Content Placeholder 2">
            <a:extLst>
              <a:ext uri="{FF2B5EF4-FFF2-40B4-BE49-F238E27FC236}">
                <a16:creationId xmlns:a16="http://schemas.microsoft.com/office/drawing/2014/main" id="{9815D66F-0B7B-034D-F198-C9DBBA63A55D}"/>
              </a:ext>
            </a:extLst>
          </p:cNvPr>
          <p:cNvSpPr>
            <a:spLocks noGrp="1"/>
          </p:cNvSpPr>
          <p:nvPr>
            <p:ph idx="34" hasCustomPrompt="1"/>
          </p:nvPr>
        </p:nvSpPr>
        <p:spPr>
          <a:xfrm>
            <a:off x="2696959"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2">
            <a:extLst>
              <a:ext uri="{FF2B5EF4-FFF2-40B4-BE49-F238E27FC236}">
                <a16:creationId xmlns:a16="http://schemas.microsoft.com/office/drawing/2014/main" id="{B58610FB-47AA-D94A-B9DE-CF2D5D231AA9}"/>
              </a:ext>
            </a:extLst>
          </p:cNvPr>
          <p:cNvSpPr>
            <a:spLocks noGrp="1"/>
          </p:cNvSpPr>
          <p:nvPr>
            <p:ph idx="35" hasCustomPrompt="1"/>
          </p:nvPr>
        </p:nvSpPr>
        <p:spPr>
          <a:xfrm>
            <a:off x="5025293"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2">
            <a:extLst>
              <a:ext uri="{FF2B5EF4-FFF2-40B4-BE49-F238E27FC236}">
                <a16:creationId xmlns:a16="http://schemas.microsoft.com/office/drawing/2014/main" id="{29AEA758-F24F-B872-9BC7-1EB9D8F78F74}"/>
              </a:ext>
            </a:extLst>
          </p:cNvPr>
          <p:cNvSpPr>
            <a:spLocks noGrp="1"/>
          </p:cNvSpPr>
          <p:nvPr>
            <p:ph idx="36" hasCustomPrompt="1"/>
          </p:nvPr>
        </p:nvSpPr>
        <p:spPr>
          <a:xfrm>
            <a:off x="7328226"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61B6737F-D664-73BF-0485-E0C4D3753723}"/>
              </a:ext>
            </a:extLst>
          </p:cNvPr>
          <p:cNvSpPr>
            <a:spLocks noGrp="1"/>
          </p:cNvSpPr>
          <p:nvPr>
            <p:ph idx="37" hasCustomPrompt="1"/>
          </p:nvPr>
        </p:nvSpPr>
        <p:spPr>
          <a:xfrm>
            <a:off x="9669259" y="1753386"/>
            <a:ext cx="2138400" cy="3120065"/>
          </a:xfrm>
        </p:spPr>
        <p:txBody>
          <a:bodyPr>
            <a:noAutofit/>
          </a:bodyPr>
          <a:lstStyle>
            <a:lvl1pPr marL="0" indent="0">
              <a:buNone/>
              <a:defRPr sz="1600"/>
            </a:lvl1pPr>
            <a:lvl2pPr>
              <a:defRPr sz="1400"/>
            </a:lvl2pPr>
            <a:lvl3pPr>
              <a:defRPr sz="1200"/>
            </a:lvl3pPr>
            <a:lvl4pPr>
              <a:defRPr sz="1100"/>
            </a:lvl4pPr>
            <a:lvl5pPr>
              <a:defRPr sz="10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Rectangle 26">
            <a:extLst>
              <a:ext uri="{FF2B5EF4-FFF2-40B4-BE49-F238E27FC236}">
                <a16:creationId xmlns:a16="http://schemas.microsoft.com/office/drawing/2014/main" id="{8E58539B-B4B3-2E45-9A9A-3C58E438923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9" name="Picture 6">
            <a:extLst>
              <a:ext uri="{FF2B5EF4-FFF2-40B4-BE49-F238E27FC236}">
                <a16:creationId xmlns:a16="http://schemas.microsoft.com/office/drawing/2014/main" id="{4DD6C0AC-2BDA-C854-73CF-1029B37D529A}"/>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642552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ix Column Content-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C2BFCF-AD6E-6AA7-6C9D-5871AD911CA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100" y="1384314"/>
            <a:ext cx="3614400"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9390" y="1384314"/>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97680" y="1384314"/>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381100" y="4044052"/>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289390" y="4044052"/>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197680" y="4044052"/>
            <a:ext cx="3615616"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6CE697B4-F430-4CA7-935A-2F894B6230E3}"/>
              </a:ext>
            </a:extLst>
          </p:cNvPr>
          <p:cNvSpPr>
            <a:spLocks noGrp="1"/>
          </p:cNvSpPr>
          <p:nvPr>
            <p:ph type="title" hasCustomPrompt="1"/>
          </p:nvPr>
        </p:nvSpPr>
        <p:spPr/>
        <p:txBody>
          <a:bodyPr/>
          <a:lstStyle/>
          <a:p>
            <a:r>
              <a:rPr lang="en-US" dirty="0"/>
              <a:t>Click to add title</a:t>
            </a:r>
          </a:p>
        </p:txBody>
      </p:sp>
      <p:sp>
        <p:nvSpPr>
          <p:cNvPr id="9" name="Content Placeholder 2">
            <a:extLst>
              <a:ext uri="{FF2B5EF4-FFF2-40B4-BE49-F238E27FC236}">
                <a16:creationId xmlns:a16="http://schemas.microsoft.com/office/drawing/2014/main" id="{6BF804C0-5265-CF0E-3CB1-467E0A3D0803}"/>
              </a:ext>
            </a:extLst>
          </p:cNvPr>
          <p:cNvSpPr>
            <a:spLocks noGrp="1"/>
          </p:cNvSpPr>
          <p:nvPr>
            <p:ph idx="1" hasCustomPrompt="1"/>
          </p:nvPr>
        </p:nvSpPr>
        <p:spPr>
          <a:xfrm>
            <a:off x="393731" y="1753386"/>
            <a:ext cx="3614400" cy="1805011"/>
          </a:xfrm>
        </p:spPr>
        <p:txBody>
          <a:bodyPr>
            <a:noAutofit/>
          </a:bodyPr>
          <a:lstStyle>
            <a:lvl1pPr marL="0" indent="0">
              <a:buNone/>
              <a:defRPr/>
            </a:lvl1pPr>
          </a:lstStyle>
          <a:p>
            <a:pPr lvl="0"/>
            <a:r>
              <a:rPr lang="en-GB" dirty="0"/>
              <a:t>For bulleted list, hit return and click on “bullet-indent” icon in tool bar. For other kinds of content, click on an icon below.</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2">
            <a:extLst>
              <a:ext uri="{FF2B5EF4-FFF2-40B4-BE49-F238E27FC236}">
                <a16:creationId xmlns:a16="http://schemas.microsoft.com/office/drawing/2014/main" id="{E7E56F9F-48BA-82AE-8115-CF9C80668CA4}"/>
              </a:ext>
            </a:extLst>
          </p:cNvPr>
          <p:cNvSpPr>
            <a:spLocks noGrp="1"/>
          </p:cNvSpPr>
          <p:nvPr>
            <p:ph idx="30" hasCustomPrompt="1"/>
          </p:nvPr>
        </p:nvSpPr>
        <p:spPr>
          <a:xfrm>
            <a:off x="4289390" y="1753386"/>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ontent Placeholder 2">
            <a:extLst>
              <a:ext uri="{FF2B5EF4-FFF2-40B4-BE49-F238E27FC236}">
                <a16:creationId xmlns:a16="http://schemas.microsoft.com/office/drawing/2014/main" id="{364D2BD6-C61F-9A56-33BA-B44D7F53EBA3}"/>
              </a:ext>
            </a:extLst>
          </p:cNvPr>
          <p:cNvSpPr>
            <a:spLocks noGrp="1"/>
          </p:cNvSpPr>
          <p:nvPr>
            <p:ph idx="31" hasCustomPrompt="1"/>
          </p:nvPr>
        </p:nvSpPr>
        <p:spPr>
          <a:xfrm>
            <a:off x="8201300" y="1753386"/>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7" name="Content Placeholder 2">
            <a:extLst>
              <a:ext uri="{FF2B5EF4-FFF2-40B4-BE49-F238E27FC236}">
                <a16:creationId xmlns:a16="http://schemas.microsoft.com/office/drawing/2014/main" id="{5EDD99AB-7F58-465A-8EF8-8315B96EE96D}"/>
              </a:ext>
            </a:extLst>
          </p:cNvPr>
          <p:cNvSpPr>
            <a:spLocks noGrp="1"/>
          </p:cNvSpPr>
          <p:nvPr>
            <p:ph idx="32" hasCustomPrompt="1"/>
          </p:nvPr>
        </p:nvSpPr>
        <p:spPr>
          <a:xfrm>
            <a:off x="393731" y="4416199"/>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8" name="Content Placeholder 2">
            <a:extLst>
              <a:ext uri="{FF2B5EF4-FFF2-40B4-BE49-F238E27FC236}">
                <a16:creationId xmlns:a16="http://schemas.microsoft.com/office/drawing/2014/main" id="{BD1FF061-B256-5F58-173E-63F4C841938E}"/>
              </a:ext>
            </a:extLst>
          </p:cNvPr>
          <p:cNvSpPr>
            <a:spLocks noGrp="1"/>
          </p:cNvSpPr>
          <p:nvPr>
            <p:ph idx="33" hasCustomPrompt="1"/>
          </p:nvPr>
        </p:nvSpPr>
        <p:spPr>
          <a:xfrm>
            <a:off x="4289390" y="4416199"/>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9" name="Content Placeholder 2">
            <a:extLst>
              <a:ext uri="{FF2B5EF4-FFF2-40B4-BE49-F238E27FC236}">
                <a16:creationId xmlns:a16="http://schemas.microsoft.com/office/drawing/2014/main" id="{BE4F111D-796B-228C-9C93-D26FB3D4FD46}"/>
              </a:ext>
            </a:extLst>
          </p:cNvPr>
          <p:cNvSpPr>
            <a:spLocks noGrp="1"/>
          </p:cNvSpPr>
          <p:nvPr>
            <p:ph idx="34" hasCustomPrompt="1"/>
          </p:nvPr>
        </p:nvSpPr>
        <p:spPr>
          <a:xfrm>
            <a:off x="8201300" y="4416199"/>
            <a:ext cx="3614400" cy="1805011"/>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9D63DAD0-A5EB-B549-9982-131ED4CEF1E8}"/>
              </a:ext>
            </a:extLst>
          </p:cNvPr>
          <p:cNvSpPr>
            <a:spLocks noGrp="1"/>
          </p:cNvSpPr>
          <p:nvPr>
            <p:ph type="sldNum" sz="quarter" idx="36"/>
          </p:nvPr>
        </p:nvSpPr>
        <p:spPr/>
        <p:txBody>
          <a:bodyPr/>
          <a:lstStyle/>
          <a:p>
            <a:fld id="{324C0A44-AD9E-49C7-A6F8-E7DA309B6D4F}" type="slidenum">
              <a:rPr lang="en-US" smtClean="0"/>
              <a:pPr/>
              <a:t>‹#›</a:t>
            </a:fld>
            <a:endParaRPr lang="en-US" dirty="0"/>
          </a:p>
        </p:txBody>
      </p:sp>
      <p:sp>
        <p:nvSpPr>
          <p:cNvPr id="5" name="Rectangle 26">
            <a:extLst>
              <a:ext uri="{FF2B5EF4-FFF2-40B4-BE49-F238E27FC236}">
                <a16:creationId xmlns:a16="http://schemas.microsoft.com/office/drawing/2014/main" id="{03D429F5-98C8-7EF9-C7ED-FCEE98713DA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3B5CFDE9-088E-BC57-CE7C-CBCFAF9A1EC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57016034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 Content-brand-colors-dark-mo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F3EC2E-2D18-D18D-F590-EED15E35DF6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p:txBody>
          <a:bodyPr/>
          <a:lstStyle/>
          <a:p>
            <a:r>
              <a:rPr lang="en-US" dirty="0"/>
              <a:t>Click to add title</a:t>
            </a:r>
          </a:p>
        </p:txBody>
      </p:sp>
      <p:sp>
        <p:nvSpPr>
          <p:cNvPr id="7" name="Slide Number Placeholder 6">
            <a:extLst>
              <a:ext uri="{FF2B5EF4-FFF2-40B4-BE49-F238E27FC236}">
                <a16:creationId xmlns:a16="http://schemas.microsoft.com/office/drawing/2014/main" id="{EDAD2AD9-0A39-15D0-98BD-74DF6725D63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9" name="Text Placeholder 8">
            <a:extLst>
              <a:ext uri="{FF2B5EF4-FFF2-40B4-BE49-F238E27FC236}">
                <a16:creationId xmlns:a16="http://schemas.microsoft.com/office/drawing/2014/main" id="{A23CA2C3-0F06-86A4-D9AA-56C03974B50B}"/>
              </a:ext>
            </a:extLst>
          </p:cNvPr>
          <p:cNvSpPr>
            <a:spLocks noGrp="1"/>
          </p:cNvSpPr>
          <p:nvPr>
            <p:ph type="body" sz="quarter" idx="13"/>
          </p:nvPr>
        </p:nvSpPr>
        <p:spPr>
          <a:xfrm>
            <a:off x="381000" y="1360555"/>
            <a:ext cx="5524500" cy="361950"/>
          </a:xfrm>
        </p:spPr>
        <p:txBody>
          <a:bodyPr>
            <a:noAutofit/>
          </a:bodyPr>
          <a:lstStyle>
            <a:lvl1pPr marL="0" indent="0">
              <a:buNone/>
              <a:defRPr sz="2200" b="1" spc="-150" baseline="0"/>
            </a:lvl1pPr>
          </a:lstStyle>
          <a:p>
            <a:pPr lvl="0"/>
            <a:endParaRPr lang="en-US" dirty="0"/>
          </a:p>
        </p:txBody>
      </p:sp>
      <p:sp>
        <p:nvSpPr>
          <p:cNvPr id="5" name="Text Placeholder 14">
            <a:extLst>
              <a:ext uri="{FF2B5EF4-FFF2-40B4-BE49-F238E27FC236}">
                <a16:creationId xmlns:a16="http://schemas.microsoft.com/office/drawing/2014/main" id="{F1671B44-AFA9-0F8C-6421-E62A9283D1E1}"/>
              </a:ext>
            </a:extLst>
          </p:cNvPr>
          <p:cNvSpPr>
            <a:spLocks noGrp="1"/>
          </p:cNvSpPr>
          <p:nvPr>
            <p:ph type="body" sz="quarter" idx="19" hasCustomPrompt="1"/>
          </p:nvPr>
        </p:nvSpPr>
        <p:spPr>
          <a:xfrm>
            <a:off x="381000" y="1360555"/>
            <a:ext cx="5524499"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6" name="Content Placeholder 2">
            <a:extLst>
              <a:ext uri="{FF2B5EF4-FFF2-40B4-BE49-F238E27FC236}">
                <a16:creationId xmlns:a16="http://schemas.microsoft.com/office/drawing/2014/main" id="{6A8AD04A-8E8C-DBC0-F6CB-00FB7E65BEE4}"/>
              </a:ext>
            </a:extLst>
          </p:cNvPr>
          <p:cNvSpPr>
            <a:spLocks noGrp="1"/>
          </p:cNvSpPr>
          <p:nvPr>
            <p:ph idx="1" hasCustomPrompt="1"/>
          </p:nvPr>
        </p:nvSpPr>
        <p:spPr>
          <a:xfrm>
            <a:off x="380999" y="1900555"/>
            <a:ext cx="5524499" cy="3749755"/>
          </a:xfrm>
          <a:solidFill>
            <a:srgbClr val="FA461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8">
            <a:extLst>
              <a:ext uri="{FF2B5EF4-FFF2-40B4-BE49-F238E27FC236}">
                <a16:creationId xmlns:a16="http://schemas.microsoft.com/office/drawing/2014/main" id="{B731BD2F-4C6A-97FE-2C56-610D6E03D81F}"/>
              </a:ext>
            </a:extLst>
          </p:cNvPr>
          <p:cNvSpPr>
            <a:spLocks noGrp="1"/>
          </p:cNvSpPr>
          <p:nvPr>
            <p:ph type="body" sz="quarter" idx="20"/>
          </p:nvPr>
        </p:nvSpPr>
        <p:spPr>
          <a:xfrm>
            <a:off x="6274577" y="1360555"/>
            <a:ext cx="5524500" cy="361950"/>
          </a:xfrm>
        </p:spPr>
        <p:txBody>
          <a:bodyPr>
            <a:noAutofit/>
          </a:bodyPr>
          <a:lstStyle>
            <a:lvl1pPr marL="0" indent="0">
              <a:buNone/>
              <a:defRPr sz="2200" b="1" spc="-150" baseline="0"/>
            </a:lvl1pPr>
          </a:lstStyle>
          <a:p>
            <a:pPr lvl="0"/>
            <a:endParaRPr lang="en-US" dirty="0"/>
          </a:p>
        </p:txBody>
      </p:sp>
      <p:sp>
        <p:nvSpPr>
          <p:cNvPr id="11" name="Text Placeholder 14">
            <a:extLst>
              <a:ext uri="{FF2B5EF4-FFF2-40B4-BE49-F238E27FC236}">
                <a16:creationId xmlns:a16="http://schemas.microsoft.com/office/drawing/2014/main" id="{9E71A952-A512-9A24-C110-C3C31E8A9912}"/>
              </a:ext>
            </a:extLst>
          </p:cNvPr>
          <p:cNvSpPr>
            <a:spLocks noGrp="1"/>
          </p:cNvSpPr>
          <p:nvPr>
            <p:ph type="body" sz="quarter" idx="21" hasCustomPrompt="1"/>
          </p:nvPr>
        </p:nvSpPr>
        <p:spPr>
          <a:xfrm>
            <a:off x="6274577" y="1360555"/>
            <a:ext cx="5524499"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Content Placeholder 2">
            <a:extLst>
              <a:ext uri="{FF2B5EF4-FFF2-40B4-BE49-F238E27FC236}">
                <a16:creationId xmlns:a16="http://schemas.microsoft.com/office/drawing/2014/main" id="{BAB07E7F-7793-C70D-9685-C48C439BA7A7}"/>
              </a:ext>
            </a:extLst>
          </p:cNvPr>
          <p:cNvSpPr>
            <a:spLocks noGrp="1"/>
          </p:cNvSpPr>
          <p:nvPr>
            <p:ph idx="22" hasCustomPrompt="1"/>
          </p:nvPr>
        </p:nvSpPr>
        <p:spPr>
          <a:xfrm>
            <a:off x="6274576" y="1900555"/>
            <a:ext cx="5524499" cy="374975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Rectangle 26">
            <a:extLst>
              <a:ext uri="{FF2B5EF4-FFF2-40B4-BE49-F238E27FC236}">
                <a16:creationId xmlns:a16="http://schemas.microsoft.com/office/drawing/2014/main" id="{C927388F-2888-BDBA-3DAC-5EF3B3BD5154}"/>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823FA0E8-8D24-5937-A5BD-F3CADA5D826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51107606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hree Column Content-brand-colors-dark-mo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2593D4-6773-2019-9B1D-BB6A1F374F0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0" y="1357736"/>
            <a:ext cx="3615397"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hasCustomPrompt="1"/>
          </p:nvPr>
        </p:nvSpPr>
        <p:spPr/>
        <p:txBody>
          <a:bodyPr/>
          <a:lstStyle/>
          <a:p>
            <a:r>
              <a:rPr lang="en-US" dirty="0"/>
              <a:t>Click to add title</a:t>
            </a:r>
          </a:p>
        </p:txBody>
      </p:sp>
      <p:sp>
        <p:nvSpPr>
          <p:cNvPr id="6" name="Content Placeholder 2">
            <a:extLst>
              <a:ext uri="{FF2B5EF4-FFF2-40B4-BE49-F238E27FC236}">
                <a16:creationId xmlns:a16="http://schemas.microsoft.com/office/drawing/2014/main" id="{A111ACB4-94FA-B33D-33AB-2FD1795BAE3B}"/>
              </a:ext>
            </a:extLst>
          </p:cNvPr>
          <p:cNvSpPr>
            <a:spLocks noGrp="1"/>
          </p:cNvSpPr>
          <p:nvPr>
            <p:ph idx="1" hasCustomPrompt="1"/>
          </p:nvPr>
        </p:nvSpPr>
        <p:spPr>
          <a:xfrm>
            <a:off x="381001" y="1897736"/>
            <a:ext cx="3615397" cy="2773649"/>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412DE955-1B49-6E3A-31EA-24CE8BC2D2C2}"/>
              </a:ext>
            </a:extLst>
          </p:cNvPr>
          <p:cNvSpPr>
            <a:spLocks noGrp="1"/>
          </p:cNvSpPr>
          <p:nvPr>
            <p:ph idx="24" hasCustomPrompt="1"/>
          </p:nvPr>
        </p:nvSpPr>
        <p:spPr>
          <a:xfrm>
            <a:off x="4270611" y="1897736"/>
            <a:ext cx="3615397" cy="2773649"/>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Content Placeholder 2">
            <a:extLst>
              <a:ext uri="{FF2B5EF4-FFF2-40B4-BE49-F238E27FC236}">
                <a16:creationId xmlns:a16="http://schemas.microsoft.com/office/drawing/2014/main" id="{93759764-A477-E70A-691C-BEE877A6BAA9}"/>
              </a:ext>
            </a:extLst>
          </p:cNvPr>
          <p:cNvSpPr>
            <a:spLocks noGrp="1"/>
          </p:cNvSpPr>
          <p:nvPr>
            <p:ph idx="25" hasCustomPrompt="1"/>
          </p:nvPr>
        </p:nvSpPr>
        <p:spPr>
          <a:xfrm>
            <a:off x="8184723" y="1897736"/>
            <a:ext cx="3615397" cy="2773649"/>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 Placeholder 14">
            <a:extLst>
              <a:ext uri="{FF2B5EF4-FFF2-40B4-BE49-F238E27FC236}">
                <a16:creationId xmlns:a16="http://schemas.microsoft.com/office/drawing/2014/main" id="{FAB1811F-FDA0-2FB4-BDDF-4738DF47F837}"/>
              </a:ext>
            </a:extLst>
          </p:cNvPr>
          <p:cNvSpPr>
            <a:spLocks noGrp="1"/>
          </p:cNvSpPr>
          <p:nvPr>
            <p:ph type="body" sz="quarter" idx="26" hasCustomPrompt="1"/>
          </p:nvPr>
        </p:nvSpPr>
        <p:spPr>
          <a:xfrm>
            <a:off x="4270612" y="1357736"/>
            <a:ext cx="3615397"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Text Placeholder 14">
            <a:extLst>
              <a:ext uri="{FF2B5EF4-FFF2-40B4-BE49-F238E27FC236}">
                <a16:creationId xmlns:a16="http://schemas.microsoft.com/office/drawing/2014/main" id="{F1E9FE03-AE3C-2ECB-9E9E-FC69441AD704}"/>
              </a:ext>
            </a:extLst>
          </p:cNvPr>
          <p:cNvSpPr>
            <a:spLocks noGrp="1"/>
          </p:cNvSpPr>
          <p:nvPr>
            <p:ph type="body" sz="quarter" idx="27" hasCustomPrompt="1"/>
          </p:nvPr>
        </p:nvSpPr>
        <p:spPr>
          <a:xfrm>
            <a:off x="8184724" y="1357736"/>
            <a:ext cx="3615397"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9" name="Slide Number Placeholder 8">
            <a:extLst>
              <a:ext uri="{FF2B5EF4-FFF2-40B4-BE49-F238E27FC236}">
                <a16:creationId xmlns:a16="http://schemas.microsoft.com/office/drawing/2014/main" id="{DC684674-DBD5-5302-6433-B05C11527B7C}"/>
              </a:ext>
            </a:extLst>
          </p:cNvPr>
          <p:cNvSpPr>
            <a:spLocks noGrp="1"/>
          </p:cNvSpPr>
          <p:nvPr>
            <p:ph type="sldNum" sz="quarter" idx="29"/>
          </p:nvPr>
        </p:nvSpPr>
        <p:spPr/>
        <p:txBody>
          <a:bodyPr/>
          <a:lstStyle/>
          <a:p>
            <a:fld id="{324C0A44-AD9E-49C7-A6F8-E7DA309B6D4F}" type="slidenum">
              <a:rPr lang="en-US" smtClean="0"/>
              <a:pPr/>
              <a:t>‹#›</a:t>
            </a:fld>
            <a:endParaRPr lang="en-US" dirty="0"/>
          </a:p>
        </p:txBody>
      </p:sp>
      <p:sp>
        <p:nvSpPr>
          <p:cNvPr id="11" name="Rectangle 26">
            <a:extLst>
              <a:ext uri="{FF2B5EF4-FFF2-40B4-BE49-F238E27FC236}">
                <a16:creationId xmlns:a16="http://schemas.microsoft.com/office/drawing/2014/main" id="{C65099FC-9CDA-F5BC-CD93-E65F1A95266A}"/>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10" name="Picture 6">
            <a:extLst>
              <a:ext uri="{FF2B5EF4-FFF2-40B4-BE49-F238E27FC236}">
                <a16:creationId xmlns:a16="http://schemas.microsoft.com/office/drawing/2014/main" id="{975B315A-9DD7-0E33-2B0E-C06FB1D75B7B}"/>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84311671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Four Column Content-brand-colors-dark-mo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E1AF2D-82C4-DFAD-8C8D-196805CAFFC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E9A4D9F3-C7D9-43F2-953A-454ACDC677EC}"/>
              </a:ext>
            </a:extLst>
          </p:cNvPr>
          <p:cNvSpPr>
            <a:spLocks noGrp="1"/>
          </p:cNvSpPr>
          <p:nvPr>
            <p:ph type="title" hasCustomPrompt="1"/>
          </p:nvPr>
        </p:nvSpPr>
        <p:spPr/>
        <p:txBody>
          <a:bodyPr/>
          <a:lstStyle/>
          <a:p>
            <a:r>
              <a:rPr lang="en-US" dirty="0"/>
              <a:t>Click to add title</a:t>
            </a:r>
          </a:p>
        </p:txBody>
      </p:sp>
      <p:sp>
        <p:nvSpPr>
          <p:cNvPr id="3" name="Text Placeholder 14">
            <a:extLst>
              <a:ext uri="{FF2B5EF4-FFF2-40B4-BE49-F238E27FC236}">
                <a16:creationId xmlns:a16="http://schemas.microsoft.com/office/drawing/2014/main" id="{B97E6500-A8AC-8805-6A5F-5E7D20D5122D}"/>
              </a:ext>
            </a:extLst>
          </p:cNvPr>
          <p:cNvSpPr>
            <a:spLocks noGrp="1"/>
          </p:cNvSpPr>
          <p:nvPr>
            <p:ph type="body" sz="quarter" idx="29" hasCustomPrompt="1"/>
          </p:nvPr>
        </p:nvSpPr>
        <p:spPr>
          <a:xfrm>
            <a:off x="381000" y="1358914"/>
            <a:ext cx="2737695"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 name="Content Placeholder 2">
            <a:extLst>
              <a:ext uri="{FF2B5EF4-FFF2-40B4-BE49-F238E27FC236}">
                <a16:creationId xmlns:a16="http://schemas.microsoft.com/office/drawing/2014/main" id="{F85E6E58-04D8-D517-24A3-F26A8C00DF84}"/>
              </a:ext>
            </a:extLst>
          </p:cNvPr>
          <p:cNvSpPr>
            <a:spLocks noGrp="1"/>
          </p:cNvSpPr>
          <p:nvPr>
            <p:ph idx="30" hasCustomPrompt="1"/>
          </p:nvPr>
        </p:nvSpPr>
        <p:spPr>
          <a:xfrm>
            <a:off x="380999" y="1898914"/>
            <a:ext cx="2737695" cy="4174245"/>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14">
            <a:extLst>
              <a:ext uri="{FF2B5EF4-FFF2-40B4-BE49-F238E27FC236}">
                <a16:creationId xmlns:a16="http://schemas.microsoft.com/office/drawing/2014/main" id="{5A62D0F2-E702-0BB5-7B75-26987B05A240}"/>
              </a:ext>
            </a:extLst>
          </p:cNvPr>
          <p:cNvSpPr>
            <a:spLocks noGrp="1"/>
          </p:cNvSpPr>
          <p:nvPr>
            <p:ph type="body" sz="quarter" idx="31" hasCustomPrompt="1"/>
          </p:nvPr>
        </p:nvSpPr>
        <p:spPr>
          <a:xfrm>
            <a:off x="3274326" y="1358914"/>
            <a:ext cx="2737695"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2" name="Content Placeholder 2">
            <a:extLst>
              <a:ext uri="{FF2B5EF4-FFF2-40B4-BE49-F238E27FC236}">
                <a16:creationId xmlns:a16="http://schemas.microsoft.com/office/drawing/2014/main" id="{9BF6FC88-2DF4-7B47-A4C3-7614830BEDA9}"/>
              </a:ext>
            </a:extLst>
          </p:cNvPr>
          <p:cNvSpPr>
            <a:spLocks noGrp="1"/>
          </p:cNvSpPr>
          <p:nvPr>
            <p:ph idx="32" hasCustomPrompt="1"/>
          </p:nvPr>
        </p:nvSpPr>
        <p:spPr>
          <a:xfrm>
            <a:off x="3274325" y="1898914"/>
            <a:ext cx="2737695" cy="417424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4">
            <a:extLst>
              <a:ext uri="{FF2B5EF4-FFF2-40B4-BE49-F238E27FC236}">
                <a16:creationId xmlns:a16="http://schemas.microsoft.com/office/drawing/2014/main" id="{1A8EBACF-F0CA-2700-E37B-DBF9634C9055}"/>
              </a:ext>
            </a:extLst>
          </p:cNvPr>
          <p:cNvSpPr>
            <a:spLocks noGrp="1"/>
          </p:cNvSpPr>
          <p:nvPr>
            <p:ph type="body" sz="quarter" idx="33" hasCustomPrompt="1"/>
          </p:nvPr>
        </p:nvSpPr>
        <p:spPr>
          <a:xfrm>
            <a:off x="6167652" y="1358914"/>
            <a:ext cx="2737695"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4" name="Content Placeholder 2">
            <a:extLst>
              <a:ext uri="{FF2B5EF4-FFF2-40B4-BE49-F238E27FC236}">
                <a16:creationId xmlns:a16="http://schemas.microsoft.com/office/drawing/2014/main" id="{1D609D86-B615-D29F-D8D7-EA251C67CE98}"/>
              </a:ext>
            </a:extLst>
          </p:cNvPr>
          <p:cNvSpPr>
            <a:spLocks noGrp="1"/>
          </p:cNvSpPr>
          <p:nvPr>
            <p:ph idx="34" hasCustomPrompt="1"/>
          </p:nvPr>
        </p:nvSpPr>
        <p:spPr>
          <a:xfrm>
            <a:off x="6167651" y="1898914"/>
            <a:ext cx="2737695" cy="4174245"/>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ext Placeholder 14">
            <a:extLst>
              <a:ext uri="{FF2B5EF4-FFF2-40B4-BE49-F238E27FC236}">
                <a16:creationId xmlns:a16="http://schemas.microsoft.com/office/drawing/2014/main" id="{60957F81-7F15-196D-56B0-2E7110D6F3FF}"/>
              </a:ext>
            </a:extLst>
          </p:cNvPr>
          <p:cNvSpPr>
            <a:spLocks noGrp="1"/>
          </p:cNvSpPr>
          <p:nvPr>
            <p:ph type="body" sz="quarter" idx="35" hasCustomPrompt="1"/>
          </p:nvPr>
        </p:nvSpPr>
        <p:spPr>
          <a:xfrm>
            <a:off x="9060978" y="1358914"/>
            <a:ext cx="2737695"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6" name="Content Placeholder 2">
            <a:extLst>
              <a:ext uri="{FF2B5EF4-FFF2-40B4-BE49-F238E27FC236}">
                <a16:creationId xmlns:a16="http://schemas.microsoft.com/office/drawing/2014/main" id="{197BEE44-16B9-29E3-3845-12103D4E7371}"/>
              </a:ext>
            </a:extLst>
          </p:cNvPr>
          <p:cNvSpPr>
            <a:spLocks noGrp="1"/>
          </p:cNvSpPr>
          <p:nvPr>
            <p:ph idx="36" hasCustomPrompt="1"/>
          </p:nvPr>
        </p:nvSpPr>
        <p:spPr>
          <a:xfrm>
            <a:off x="9060977" y="1898914"/>
            <a:ext cx="2737695" cy="4174245"/>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C5408723-80E2-1AAE-E66D-28C3B89D4A5A}"/>
              </a:ext>
            </a:extLst>
          </p:cNvPr>
          <p:cNvSpPr>
            <a:spLocks noGrp="1"/>
          </p:cNvSpPr>
          <p:nvPr>
            <p:ph type="sldNum" sz="quarter" idx="38"/>
          </p:nvPr>
        </p:nvSpPr>
        <p:spPr/>
        <p:txBody>
          <a:bodyPr/>
          <a:lstStyle/>
          <a:p>
            <a:fld id="{324C0A44-AD9E-49C7-A6F8-E7DA309B6D4F}" type="slidenum">
              <a:rPr lang="en-US" smtClean="0"/>
              <a:pPr/>
              <a:t>‹#›</a:t>
            </a:fld>
            <a:endParaRPr lang="en-US" dirty="0"/>
          </a:p>
        </p:txBody>
      </p:sp>
      <p:sp>
        <p:nvSpPr>
          <p:cNvPr id="8" name="Rectangle 26">
            <a:extLst>
              <a:ext uri="{FF2B5EF4-FFF2-40B4-BE49-F238E27FC236}">
                <a16:creationId xmlns:a16="http://schemas.microsoft.com/office/drawing/2014/main" id="{0FBAC7B7-84BC-20F6-589F-36E50FA8BCD5}"/>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7" name="Picture 6">
            <a:extLst>
              <a:ext uri="{FF2B5EF4-FFF2-40B4-BE49-F238E27FC236}">
                <a16:creationId xmlns:a16="http://schemas.microsoft.com/office/drawing/2014/main" id="{96867BC6-21E1-030B-879B-E67548882C6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79810748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Five Column Content-brand-colors-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7673DF-4B2F-841B-0C82-ED33EC79D55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3" name="Title 2">
            <a:extLst>
              <a:ext uri="{FF2B5EF4-FFF2-40B4-BE49-F238E27FC236}">
                <a16:creationId xmlns:a16="http://schemas.microsoft.com/office/drawing/2014/main" id="{8BDFC327-60D5-4420-B53E-212D6DE4887A}"/>
              </a:ext>
            </a:extLst>
          </p:cNvPr>
          <p:cNvSpPr>
            <a:spLocks noGrp="1"/>
          </p:cNvSpPr>
          <p:nvPr>
            <p:ph type="title" hasCustomPrompt="1"/>
          </p:nvPr>
        </p:nvSpPr>
        <p:spPr/>
        <p:txBody>
          <a:bodyPr/>
          <a:lstStyle/>
          <a:p>
            <a:r>
              <a:rPr lang="en-US" dirty="0"/>
              <a:t>Click to add title</a:t>
            </a:r>
          </a:p>
        </p:txBody>
      </p:sp>
      <p:sp>
        <p:nvSpPr>
          <p:cNvPr id="5" name="Slide Number Placeholder 4">
            <a:extLst>
              <a:ext uri="{FF2B5EF4-FFF2-40B4-BE49-F238E27FC236}">
                <a16:creationId xmlns:a16="http://schemas.microsoft.com/office/drawing/2014/main" id="{8B3709E8-CE64-6D9F-DBD4-679E92CB1CB8}"/>
              </a:ext>
            </a:extLst>
          </p:cNvPr>
          <p:cNvSpPr>
            <a:spLocks noGrp="1"/>
          </p:cNvSpPr>
          <p:nvPr>
            <p:ph type="sldNum" sz="quarter" idx="33"/>
          </p:nvPr>
        </p:nvSpPr>
        <p:spPr/>
        <p:txBody>
          <a:bodyPr/>
          <a:lstStyle/>
          <a:p>
            <a:fld id="{324C0A44-AD9E-49C7-A6F8-E7DA309B6D4F}" type="slidenum">
              <a:rPr lang="en-US" smtClean="0"/>
              <a:pPr/>
              <a:t>‹#›</a:t>
            </a:fld>
            <a:endParaRPr lang="en-US" dirty="0"/>
          </a:p>
        </p:txBody>
      </p:sp>
      <p:sp>
        <p:nvSpPr>
          <p:cNvPr id="6" name="Text Placeholder 14">
            <a:extLst>
              <a:ext uri="{FF2B5EF4-FFF2-40B4-BE49-F238E27FC236}">
                <a16:creationId xmlns:a16="http://schemas.microsoft.com/office/drawing/2014/main" id="{13AA52CE-5A28-D2DF-4FD2-FC7BE274F080}"/>
              </a:ext>
            </a:extLst>
          </p:cNvPr>
          <p:cNvSpPr>
            <a:spLocks noGrp="1"/>
          </p:cNvSpPr>
          <p:nvPr>
            <p:ph type="body" sz="quarter" idx="34" hasCustomPrompt="1"/>
          </p:nvPr>
        </p:nvSpPr>
        <p:spPr>
          <a:xfrm>
            <a:off x="381001" y="1358914"/>
            <a:ext cx="2143735"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7" name="Content Placeholder 2">
            <a:extLst>
              <a:ext uri="{FF2B5EF4-FFF2-40B4-BE49-F238E27FC236}">
                <a16:creationId xmlns:a16="http://schemas.microsoft.com/office/drawing/2014/main" id="{1A2B05B6-6767-9C47-BD2A-F0F0D5EE76CB}"/>
              </a:ext>
            </a:extLst>
          </p:cNvPr>
          <p:cNvSpPr>
            <a:spLocks noGrp="1"/>
          </p:cNvSpPr>
          <p:nvPr>
            <p:ph idx="35" hasCustomPrompt="1"/>
          </p:nvPr>
        </p:nvSpPr>
        <p:spPr>
          <a:xfrm>
            <a:off x="381000" y="1898914"/>
            <a:ext cx="2143735" cy="4174245"/>
          </a:xfrm>
          <a:solidFill>
            <a:srgbClr val="FA461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14">
            <a:extLst>
              <a:ext uri="{FF2B5EF4-FFF2-40B4-BE49-F238E27FC236}">
                <a16:creationId xmlns:a16="http://schemas.microsoft.com/office/drawing/2014/main" id="{17EF30D7-B439-880F-1182-77B8BFE227F7}"/>
              </a:ext>
            </a:extLst>
          </p:cNvPr>
          <p:cNvSpPr>
            <a:spLocks noGrp="1"/>
          </p:cNvSpPr>
          <p:nvPr>
            <p:ph type="body" sz="quarter" idx="36" hasCustomPrompt="1"/>
          </p:nvPr>
        </p:nvSpPr>
        <p:spPr>
          <a:xfrm>
            <a:off x="2695971" y="1358914"/>
            <a:ext cx="2143735"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Content Placeholder 2">
            <a:extLst>
              <a:ext uri="{FF2B5EF4-FFF2-40B4-BE49-F238E27FC236}">
                <a16:creationId xmlns:a16="http://schemas.microsoft.com/office/drawing/2014/main" id="{27B9173E-6EBE-E4B8-4BAD-C6FA65B757F8}"/>
              </a:ext>
            </a:extLst>
          </p:cNvPr>
          <p:cNvSpPr>
            <a:spLocks noGrp="1"/>
          </p:cNvSpPr>
          <p:nvPr>
            <p:ph idx="37" hasCustomPrompt="1"/>
          </p:nvPr>
        </p:nvSpPr>
        <p:spPr>
          <a:xfrm>
            <a:off x="2695970" y="1898914"/>
            <a:ext cx="2143735" cy="4174245"/>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Text Placeholder 14">
            <a:extLst>
              <a:ext uri="{FF2B5EF4-FFF2-40B4-BE49-F238E27FC236}">
                <a16:creationId xmlns:a16="http://schemas.microsoft.com/office/drawing/2014/main" id="{71589F37-8CC9-F7D0-5A90-260D2F622E10}"/>
              </a:ext>
            </a:extLst>
          </p:cNvPr>
          <p:cNvSpPr>
            <a:spLocks noGrp="1"/>
          </p:cNvSpPr>
          <p:nvPr>
            <p:ph type="body" sz="quarter" idx="38" hasCustomPrompt="1"/>
          </p:nvPr>
        </p:nvSpPr>
        <p:spPr>
          <a:xfrm>
            <a:off x="5010941" y="1358914"/>
            <a:ext cx="2143735"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8" name="Content Placeholder 2">
            <a:extLst>
              <a:ext uri="{FF2B5EF4-FFF2-40B4-BE49-F238E27FC236}">
                <a16:creationId xmlns:a16="http://schemas.microsoft.com/office/drawing/2014/main" id="{3FE6A92D-016F-1EE4-EA81-F61D7CB05FA1}"/>
              </a:ext>
            </a:extLst>
          </p:cNvPr>
          <p:cNvSpPr>
            <a:spLocks noGrp="1"/>
          </p:cNvSpPr>
          <p:nvPr>
            <p:ph idx="39" hasCustomPrompt="1"/>
          </p:nvPr>
        </p:nvSpPr>
        <p:spPr>
          <a:xfrm>
            <a:off x="5010940" y="1898914"/>
            <a:ext cx="2143735" cy="4174245"/>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4" name="Text Placeholder 14">
            <a:extLst>
              <a:ext uri="{FF2B5EF4-FFF2-40B4-BE49-F238E27FC236}">
                <a16:creationId xmlns:a16="http://schemas.microsoft.com/office/drawing/2014/main" id="{9858CEFA-8EE2-84D2-A069-8A8EAC57AED5}"/>
              </a:ext>
            </a:extLst>
          </p:cNvPr>
          <p:cNvSpPr>
            <a:spLocks noGrp="1"/>
          </p:cNvSpPr>
          <p:nvPr>
            <p:ph type="body" sz="quarter" idx="40" hasCustomPrompt="1"/>
          </p:nvPr>
        </p:nvSpPr>
        <p:spPr>
          <a:xfrm>
            <a:off x="7325911" y="1358914"/>
            <a:ext cx="2143735"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25" name="Content Placeholder 2">
            <a:extLst>
              <a:ext uri="{FF2B5EF4-FFF2-40B4-BE49-F238E27FC236}">
                <a16:creationId xmlns:a16="http://schemas.microsoft.com/office/drawing/2014/main" id="{0F1E5F68-2BC9-B9D6-8B03-28E2CD8758A6}"/>
              </a:ext>
            </a:extLst>
          </p:cNvPr>
          <p:cNvSpPr>
            <a:spLocks noGrp="1"/>
          </p:cNvSpPr>
          <p:nvPr>
            <p:ph idx="41" hasCustomPrompt="1"/>
          </p:nvPr>
        </p:nvSpPr>
        <p:spPr>
          <a:xfrm>
            <a:off x="7325910" y="1898914"/>
            <a:ext cx="2143735" cy="4174245"/>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Rectangle 26">
            <a:extLst>
              <a:ext uri="{FF2B5EF4-FFF2-40B4-BE49-F238E27FC236}">
                <a16:creationId xmlns:a16="http://schemas.microsoft.com/office/drawing/2014/main" id="{41DE82EB-21E3-F801-74FB-B1571629AA3D}"/>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13" name="Text Placeholder 14">
            <a:extLst>
              <a:ext uri="{FF2B5EF4-FFF2-40B4-BE49-F238E27FC236}">
                <a16:creationId xmlns:a16="http://schemas.microsoft.com/office/drawing/2014/main" id="{39F8298A-E150-C96F-1816-73C2CF0FEA2D}"/>
              </a:ext>
            </a:extLst>
          </p:cNvPr>
          <p:cNvSpPr>
            <a:spLocks noGrp="1"/>
          </p:cNvSpPr>
          <p:nvPr>
            <p:ph type="body" sz="quarter" idx="42" hasCustomPrompt="1"/>
          </p:nvPr>
        </p:nvSpPr>
        <p:spPr>
          <a:xfrm>
            <a:off x="9657307" y="1358914"/>
            <a:ext cx="2143735" cy="540000"/>
          </a:xfrm>
          <a:solidFill>
            <a:srgbClr val="AF1450"/>
          </a:solidFill>
        </p:spPr>
        <p:txBody>
          <a:bodyPr wrap="square" lIns="144000" tIns="144000" rIns="144000" bIns="144000" anchor="ctr" anchorCtr="0">
            <a:noAutofit/>
          </a:bodyPr>
          <a:lstStyle>
            <a:lvl1pPr marL="0" indent="0" algn="l">
              <a:lnSpc>
                <a:spcPct val="90000"/>
              </a:lnSpc>
              <a:spcBef>
                <a:spcPts val="500"/>
              </a:spcBef>
              <a:buNone/>
              <a:defRPr sz="18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4" name="Content Placeholder 2">
            <a:extLst>
              <a:ext uri="{FF2B5EF4-FFF2-40B4-BE49-F238E27FC236}">
                <a16:creationId xmlns:a16="http://schemas.microsoft.com/office/drawing/2014/main" id="{ECE6A8BE-8810-5FBF-9D81-5FDDB3B0BFDB}"/>
              </a:ext>
            </a:extLst>
          </p:cNvPr>
          <p:cNvSpPr>
            <a:spLocks noGrp="1"/>
          </p:cNvSpPr>
          <p:nvPr>
            <p:ph idx="43" hasCustomPrompt="1"/>
          </p:nvPr>
        </p:nvSpPr>
        <p:spPr>
          <a:xfrm>
            <a:off x="9657306" y="1898914"/>
            <a:ext cx="2143735" cy="4174245"/>
          </a:xfrm>
          <a:solidFill>
            <a:srgbClr val="CC195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4" name="Picture 6">
            <a:extLst>
              <a:ext uri="{FF2B5EF4-FFF2-40B4-BE49-F238E27FC236}">
                <a16:creationId xmlns:a16="http://schemas.microsoft.com/office/drawing/2014/main" id="{0144658A-987D-7F1A-40F9-9AA77F4B587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68856499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ix Column Content-brand-colors-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9AA949-D6AE-53E0-174E-74D5CED1A9D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3" name="Title 2">
            <a:extLst>
              <a:ext uri="{FF2B5EF4-FFF2-40B4-BE49-F238E27FC236}">
                <a16:creationId xmlns:a16="http://schemas.microsoft.com/office/drawing/2014/main" id="{6CE697B4-F430-4CA7-935A-2F894B6230E3}"/>
              </a:ext>
            </a:extLst>
          </p:cNvPr>
          <p:cNvSpPr>
            <a:spLocks noGrp="1"/>
          </p:cNvSpPr>
          <p:nvPr>
            <p:ph type="title" hasCustomPrompt="1"/>
          </p:nvPr>
        </p:nvSpPr>
        <p:spPr/>
        <p:txBody>
          <a:bodyPr/>
          <a:lstStyle/>
          <a:p>
            <a:r>
              <a:rPr lang="en-US" dirty="0"/>
              <a:t>Click to add title</a:t>
            </a:r>
          </a:p>
        </p:txBody>
      </p:sp>
      <p:sp>
        <p:nvSpPr>
          <p:cNvPr id="6" name="Slide Number Placeholder 5">
            <a:extLst>
              <a:ext uri="{FF2B5EF4-FFF2-40B4-BE49-F238E27FC236}">
                <a16:creationId xmlns:a16="http://schemas.microsoft.com/office/drawing/2014/main" id="{9D63DAD0-A5EB-B549-9982-131ED4CEF1E8}"/>
              </a:ext>
            </a:extLst>
          </p:cNvPr>
          <p:cNvSpPr>
            <a:spLocks noGrp="1"/>
          </p:cNvSpPr>
          <p:nvPr>
            <p:ph type="sldNum" sz="quarter" idx="36"/>
          </p:nvPr>
        </p:nvSpPr>
        <p:spPr/>
        <p:txBody>
          <a:bodyPr/>
          <a:lstStyle/>
          <a:p>
            <a:fld id="{324C0A44-AD9E-49C7-A6F8-E7DA309B6D4F}" type="slidenum">
              <a:rPr lang="en-US" smtClean="0"/>
              <a:pPr/>
              <a:t>‹#›</a:t>
            </a:fld>
            <a:endParaRPr lang="en-US" dirty="0"/>
          </a:p>
        </p:txBody>
      </p:sp>
      <p:sp>
        <p:nvSpPr>
          <p:cNvPr id="8" name="Text Placeholder 14">
            <a:extLst>
              <a:ext uri="{FF2B5EF4-FFF2-40B4-BE49-F238E27FC236}">
                <a16:creationId xmlns:a16="http://schemas.microsoft.com/office/drawing/2014/main" id="{98490F55-0F1C-5C9F-831F-B5DED22445C4}"/>
              </a:ext>
            </a:extLst>
          </p:cNvPr>
          <p:cNvSpPr>
            <a:spLocks noGrp="1"/>
          </p:cNvSpPr>
          <p:nvPr>
            <p:ph type="body" sz="quarter" idx="37" hasCustomPrompt="1"/>
          </p:nvPr>
        </p:nvSpPr>
        <p:spPr>
          <a:xfrm>
            <a:off x="381000" y="1358914"/>
            <a:ext cx="3615397" cy="540000"/>
          </a:xfrm>
          <a:solidFill>
            <a:srgbClr val="CE340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Content Placeholder 2">
            <a:extLst>
              <a:ext uri="{FF2B5EF4-FFF2-40B4-BE49-F238E27FC236}">
                <a16:creationId xmlns:a16="http://schemas.microsoft.com/office/drawing/2014/main" id="{4C046FED-F3B7-2758-6CE4-B5BD5FABFFCE}"/>
              </a:ext>
            </a:extLst>
          </p:cNvPr>
          <p:cNvSpPr>
            <a:spLocks noGrp="1"/>
          </p:cNvSpPr>
          <p:nvPr>
            <p:ph idx="38" hasCustomPrompt="1"/>
          </p:nvPr>
        </p:nvSpPr>
        <p:spPr>
          <a:xfrm>
            <a:off x="381001" y="1898914"/>
            <a:ext cx="3615397" cy="1634083"/>
          </a:xfrm>
          <a:solidFill>
            <a:schemeClr val="accent1"/>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14">
            <a:extLst>
              <a:ext uri="{FF2B5EF4-FFF2-40B4-BE49-F238E27FC236}">
                <a16:creationId xmlns:a16="http://schemas.microsoft.com/office/drawing/2014/main" id="{345C42C8-FBDE-98C8-9010-B2630A105F57}"/>
              </a:ext>
            </a:extLst>
          </p:cNvPr>
          <p:cNvSpPr>
            <a:spLocks noGrp="1"/>
          </p:cNvSpPr>
          <p:nvPr>
            <p:ph type="body" sz="quarter" idx="41" hasCustomPrompt="1"/>
          </p:nvPr>
        </p:nvSpPr>
        <p:spPr>
          <a:xfrm>
            <a:off x="8185087" y="1358914"/>
            <a:ext cx="3615397" cy="540000"/>
          </a:xfrm>
          <a:solidFill>
            <a:srgbClr val="3C464B"/>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9" name="Content Placeholder 2">
            <a:extLst>
              <a:ext uri="{FF2B5EF4-FFF2-40B4-BE49-F238E27FC236}">
                <a16:creationId xmlns:a16="http://schemas.microsoft.com/office/drawing/2014/main" id="{346857AA-BCDF-D85A-B49E-F8C35D33276D}"/>
              </a:ext>
            </a:extLst>
          </p:cNvPr>
          <p:cNvSpPr>
            <a:spLocks noGrp="1"/>
          </p:cNvSpPr>
          <p:nvPr>
            <p:ph idx="42" hasCustomPrompt="1"/>
          </p:nvPr>
        </p:nvSpPr>
        <p:spPr>
          <a:xfrm>
            <a:off x="8185088" y="1898914"/>
            <a:ext cx="3615397" cy="1634083"/>
          </a:xfrm>
          <a:solidFill>
            <a:srgbClr val="435D6B"/>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2" name="Text Placeholder 14">
            <a:extLst>
              <a:ext uri="{FF2B5EF4-FFF2-40B4-BE49-F238E27FC236}">
                <a16:creationId xmlns:a16="http://schemas.microsoft.com/office/drawing/2014/main" id="{099614FE-3620-8180-096D-0F967F0A075A}"/>
              </a:ext>
            </a:extLst>
          </p:cNvPr>
          <p:cNvSpPr>
            <a:spLocks noGrp="1"/>
          </p:cNvSpPr>
          <p:nvPr>
            <p:ph type="body" sz="quarter" idx="39" hasCustomPrompt="1"/>
          </p:nvPr>
        </p:nvSpPr>
        <p:spPr>
          <a:xfrm>
            <a:off x="4283043" y="1358914"/>
            <a:ext cx="3615397" cy="540000"/>
          </a:xfrm>
          <a:solidFill>
            <a:srgbClr val="15839A"/>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43" name="Content Placeholder 2">
            <a:extLst>
              <a:ext uri="{FF2B5EF4-FFF2-40B4-BE49-F238E27FC236}">
                <a16:creationId xmlns:a16="http://schemas.microsoft.com/office/drawing/2014/main" id="{6E278231-82E4-2F9D-BBAE-CB96D95A225D}"/>
              </a:ext>
            </a:extLst>
          </p:cNvPr>
          <p:cNvSpPr>
            <a:spLocks noGrp="1"/>
          </p:cNvSpPr>
          <p:nvPr>
            <p:ph idx="40" hasCustomPrompt="1"/>
          </p:nvPr>
        </p:nvSpPr>
        <p:spPr>
          <a:xfrm>
            <a:off x="4283044" y="1898914"/>
            <a:ext cx="3615397" cy="1634083"/>
          </a:xfrm>
          <a:solidFill>
            <a:srgbClr val="0BA2B3"/>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Rectangle 26">
            <a:extLst>
              <a:ext uri="{FF2B5EF4-FFF2-40B4-BE49-F238E27FC236}">
                <a16:creationId xmlns:a16="http://schemas.microsoft.com/office/drawing/2014/main" id="{C710D460-955D-A3EC-6BED-ED59301D3DB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12" name="Text Placeholder 14">
            <a:extLst>
              <a:ext uri="{FF2B5EF4-FFF2-40B4-BE49-F238E27FC236}">
                <a16:creationId xmlns:a16="http://schemas.microsoft.com/office/drawing/2014/main" id="{CD3E4BFA-3600-DF5E-287E-283225AC214D}"/>
              </a:ext>
            </a:extLst>
          </p:cNvPr>
          <p:cNvSpPr>
            <a:spLocks noGrp="1"/>
          </p:cNvSpPr>
          <p:nvPr>
            <p:ph type="body" sz="quarter" idx="49" hasCustomPrompt="1"/>
          </p:nvPr>
        </p:nvSpPr>
        <p:spPr>
          <a:xfrm>
            <a:off x="8182173" y="3893282"/>
            <a:ext cx="3615397" cy="540000"/>
          </a:xfrm>
          <a:solidFill>
            <a:srgbClr val="721472"/>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3" name="Content Placeholder 2">
            <a:extLst>
              <a:ext uri="{FF2B5EF4-FFF2-40B4-BE49-F238E27FC236}">
                <a16:creationId xmlns:a16="http://schemas.microsoft.com/office/drawing/2014/main" id="{96C5D60A-A5E0-CF0F-4D29-A9BF1B24DA3D}"/>
              </a:ext>
            </a:extLst>
          </p:cNvPr>
          <p:cNvSpPr>
            <a:spLocks noGrp="1"/>
          </p:cNvSpPr>
          <p:nvPr>
            <p:ph idx="50" hasCustomPrompt="1"/>
          </p:nvPr>
        </p:nvSpPr>
        <p:spPr>
          <a:xfrm>
            <a:off x="8182174" y="4433282"/>
            <a:ext cx="3615397" cy="1634083"/>
          </a:xfrm>
          <a:solidFill>
            <a:srgbClr val="8B288A"/>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ext Placeholder 14">
            <a:extLst>
              <a:ext uri="{FF2B5EF4-FFF2-40B4-BE49-F238E27FC236}">
                <a16:creationId xmlns:a16="http://schemas.microsoft.com/office/drawing/2014/main" id="{01A6270E-6D7D-B9BF-AD39-1F62D86260E6}"/>
              </a:ext>
            </a:extLst>
          </p:cNvPr>
          <p:cNvSpPr>
            <a:spLocks noGrp="1"/>
          </p:cNvSpPr>
          <p:nvPr>
            <p:ph type="body" sz="quarter" idx="47" hasCustomPrompt="1"/>
          </p:nvPr>
        </p:nvSpPr>
        <p:spPr>
          <a:xfrm>
            <a:off x="4280129" y="3893282"/>
            <a:ext cx="3615397" cy="540000"/>
          </a:xfrm>
          <a:solidFill>
            <a:srgbClr val="AF1450"/>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5" name="Content Placeholder 2">
            <a:extLst>
              <a:ext uri="{FF2B5EF4-FFF2-40B4-BE49-F238E27FC236}">
                <a16:creationId xmlns:a16="http://schemas.microsoft.com/office/drawing/2014/main" id="{62592116-CC9E-0078-F39E-52DC3390D6AC}"/>
              </a:ext>
            </a:extLst>
          </p:cNvPr>
          <p:cNvSpPr>
            <a:spLocks noGrp="1"/>
          </p:cNvSpPr>
          <p:nvPr>
            <p:ph idx="48" hasCustomPrompt="1"/>
          </p:nvPr>
        </p:nvSpPr>
        <p:spPr>
          <a:xfrm>
            <a:off x="4280130" y="4433282"/>
            <a:ext cx="3615397" cy="1634083"/>
          </a:xfrm>
          <a:solidFill>
            <a:srgbClr val="CC1956"/>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14">
            <a:extLst>
              <a:ext uri="{FF2B5EF4-FFF2-40B4-BE49-F238E27FC236}">
                <a16:creationId xmlns:a16="http://schemas.microsoft.com/office/drawing/2014/main" id="{9B0EF1EC-2906-F7F2-A42D-DC0EB6566CA3}"/>
              </a:ext>
            </a:extLst>
          </p:cNvPr>
          <p:cNvSpPr>
            <a:spLocks noGrp="1"/>
          </p:cNvSpPr>
          <p:nvPr>
            <p:ph type="body" sz="quarter" idx="51" hasCustomPrompt="1"/>
          </p:nvPr>
        </p:nvSpPr>
        <p:spPr>
          <a:xfrm>
            <a:off x="381000" y="3899076"/>
            <a:ext cx="3615397" cy="540000"/>
          </a:xfrm>
          <a:solidFill>
            <a:srgbClr val="BF7D08"/>
          </a:solidFill>
        </p:spPr>
        <p:txBody>
          <a:bodyPr wrap="square" lIns="144000" tIns="144000" rIns="144000" bIns="144000" anchor="ctr" anchorCtr="0">
            <a:noAutofit/>
          </a:bodyPr>
          <a:lstStyle>
            <a:lvl1pPr marL="0" indent="0" algn="l">
              <a:lnSpc>
                <a:spcPct val="90000"/>
              </a:lnSpc>
              <a:spcBef>
                <a:spcPts val="500"/>
              </a:spcBef>
              <a:buNone/>
              <a:defRPr sz="2000" b="1"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7" name="Content Placeholder 2">
            <a:extLst>
              <a:ext uri="{FF2B5EF4-FFF2-40B4-BE49-F238E27FC236}">
                <a16:creationId xmlns:a16="http://schemas.microsoft.com/office/drawing/2014/main" id="{7432524A-B242-FB1B-E5FB-393B8E687D76}"/>
              </a:ext>
            </a:extLst>
          </p:cNvPr>
          <p:cNvSpPr>
            <a:spLocks noGrp="1"/>
          </p:cNvSpPr>
          <p:nvPr>
            <p:ph idx="52" hasCustomPrompt="1"/>
          </p:nvPr>
        </p:nvSpPr>
        <p:spPr>
          <a:xfrm>
            <a:off x="381001" y="4439076"/>
            <a:ext cx="3615397" cy="1634083"/>
          </a:xfrm>
          <a:solidFill>
            <a:srgbClr val="DA9100"/>
          </a:solidFill>
        </p:spPr>
        <p:txBody>
          <a:bodyPr lIns="144000" tIns="144000" rIns="144000" bIns="144000">
            <a:noAutofit/>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4" name="Picture 6">
            <a:extLst>
              <a:ext uri="{FF2B5EF4-FFF2-40B4-BE49-F238E27FC236}">
                <a16:creationId xmlns:a16="http://schemas.microsoft.com/office/drawing/2014/main" id="{8B1DE6D9-BD51-7584-6E8F-23E938E065D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33632578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Six Column Content-2-dark-mode">
    <p:bg>
      <p:bgPr>
        <a:solidFill>
          <a:schemeClr val="tx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052DA1C-3040-EDC6-5A95-F3853D7E30C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CEDFAE0E-AD2A-DE43-D325-50AD9027E664}"/>
              </a:ext>
            </a:extLst>
          </p:cNvPr>
          <p:cNvSpPr>
            <a:spLocks noGrp="1"/>
          </p:cNvSpPr>
          <p:nvPr>
            <p:ph type="title" hasCustomPrompt="1"/>
          </p:nvPr>
        </p:nvSpPr>
        <p:spPr/>
        <p:txBody>
          <a:bodyPr/>
          <a:lstStyle>
            <a:lvl1pPr>
              <a:defRPr>
                <a:solidFill>
                  <a:schemeClr val="bg1"/>
                </a:solidFill>
              </a:defRPr>
            </a:lvl1pPr>
          </a:lstStyle>
          <a:p>
            <a:r>
              <a:rPr lang="en-US" dirty="0"/>
              <a:t>Click to add title</a:t>
            </a:r>
          </a:p>
        </p:txBody>
      </p:sp>
      <p:sp>
        <p:nvSpPr>
          <p:cNvPr id="4" name="Slide Number Placeholder 3">
            <a:extLst>
              <a:ext uri="{FF2B5EF4-FFF2-40B4-BE49-F238E27FC236}">
                <a16:creationId xmlns:a16="http://schemas.microsoft.com/office/drawing/2014/main" id="{40B99ABD-2223-0F71-ECA9-49325598EB0C}"/>
              </a:ext>
            </a:extLst>
          </p:cNvPr>
          <p:cNvSpPr>
            <a:spLocks noGrp="1"/>
          </p:cNvSpPr>
          <p:nvPr>
            <p:ph type="sldNum" sz="quarter" idx="11"/>
          </p:nvPr>
        </p:nvSpPr>
        <p:spPr/>
        <p:txBody>
          <a:bodyPr/>
          <a:lstStyle>
            <a:lvl1pPr>
              <a:defRPr>
                <a:solidFill>
                  <a:schemeClr val="bg1"/>
                </a:solidFill>
              </a:defRPr>
            </a:lvl1pPr>
          </a:lstStyle>
          <a:p>
            <a:fld id="{324C0A44-AD9E-49C7-A6F8-E7DA309B6D4F}" type="slidenum">
              <a:rPr lang="en-US" smtClean="0"/>
              <a:pPr/>
              <a:t>‹#›</a:t>
            </a:fld>
            <a:endParaRPr lang="en-US" dirty="0"/>
          </a:p>
        </p:txBody>
      </p:sp>
      <p:sp>
        <p:nvSpPr>
          <p:cNvPr id="9" name="Rectangle 26">
            <a:extLst>
              <a:ext uri="{FF2B5EF4-FFF2-40B4-BE49-F238E27FC236}">
                <a16:creationId xmlns:a16="http://schemas.microsoft.com/office/drawing/2014/main" id="{ED994CA4-8C12-1BC4-530B-81E286114262}"/>
              </a:ext>
            </a:extLst>
          </p:cNvPr>
          <p:cNvSpPr/>
          <p:nvPr/>
        </p:nvSpPr>
        <p:spPr>
          <a:xfrm>
            <a:off x="501" y="6761481"/>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dirty="0"/>
          </a:p>
        </p:txBody>
      </p:sp>
      <p:sp>
        <p:nvSpPr>
          <p:cNvPr id="6" name="Text Placeholder 5">
            <a:extLst>
              <a:ext uri="{FF2B5EF4-FFF2-40B4-BE49-F238E27FC236}">
                <a16:creationId xmlns:a16="http://schemas.microsoft.com/office/drawing/2014/main" id="{C00BD26A-8E0B-FA7A-BEFD-407A0158F83A}"/>
              </a:ext>
            </a:extLst>
          </p:cNvPr>
          <p:cNvSpPr>
            <a:spLocks noGrp="1"/>
          </p:cNvSpPr>
          <p:nvPr>
            <p:ph type="body" sz="quarter" idx="13" hasCustomPrompt="1"/>
          </p:nvPr>
        </p:nvSpPr>
        <p:spPr>
          <a:xfrm>
            <a:off x="381000"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Text Placeholder 5">
            <a:extLst>
              <a:ext uri="{FF2B5EF4-FFF2-40B4-BE49-F238E27FC236}">
                <a16:creationId xmlns:a16="http://schemas.microsoft.com/office/drawing/2014/main" id="{5491ABA9-D78D-2299-C4D9-FB31D31D181D}"/>
              </a:ext>
            </a:extLst>
          </p:cNvPr>
          <p:cNvSpPr>
            <a:spLocks noGrp="1"/>
          </p:cNvSpPr>
          <p:nvPr>
            <p:ph type="body" sz="quarter" idx="14" hasCustomPrompt="1"/>
          </p:nvPr>
        </p:nvSpPr>
        <p:spPr>
          <a:xfrm>
            <a:off x="3349752"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 Placeholder 5">
            <a:extLst>
              <a:ext uri="{FF2B5EF4-FFF2-40B4-BE49-F238E27FC236}">
                <a16:creationId xmlns:a16="http://schemas.microsoft.com/office/drawing/2014/main" id="{5325D55E-2430-C461-4F1E-FD0FA29E7C2D}"/>
              </a:ext>
            </a:extLst>
          </p:cNvPr>
          <p:cNvSpPr>
            <a:spLocks noGrp="1"/>
          </p:cNvSpPr>
          <p:nvPr>
            <p:ph type="body" sz="quarter" idx="15" hasCustomPrompt="1"/>
          </p:nvPr>
        </p:nvSpPr>
        <p:spPr>
          <a:xfrm>
            <a:off x="6318504"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5">
            <a:extLst>
              <a:ext uri="{FF2B5EF4-FFF2-40B4-BE49-F238E27FC236}">
                <a16:creationId xmlns:a16="http://schemas.microsoft.com/office/drawing/2014/main" id="{E0C34A5E-50CA-F12D-F348-64EB3CBE4464}"/>
              </a:ext>
            </a:extLst>
          </p:cNvPr>
          <p:cNvSpPr>
            <a:spLocks noGrp="1"/>
          </p:cNvSpPr>
          <p:nvPr>
            <p:ph type="body" sz="quarter" idx="16" hasCustomPrompt="1"/>
          </p:nvPr>
        </p:nvSpPr>
        <p:spPr>
          <a:xfrm>
            <a:off x="9287255" y="3880822"/>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Text Placeholder 5">
            <a:extLst>
              <a:ext uri="{FF2B5EF4-FFF2-40B4-BE49-F238E27FC236}">
                <a16:creationId xmlns:a16="http://schemas.microsoft.com/office/drawing/2014/main" id="{E5CF3B29-3D9A-11EA-874D-473D8B9E0641}"/>
              </a:ext>
            </a:extLst>
          </p:cNvPr>
          <p:cNvSpPr>
            <a:spLocks noGrp="1"/>
          </p:cNvSpPr>
          <p:nvPr>
            <p:ph type="body" sz="quarter" idx="17" hasCustomPrompt="1"/>
          </p:nvPr>
        </p:nvSpPr>
        <p:spPr>
          <a:xfrm>
            <a:off x="381000"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Text Placeholder 5">
            <a:extLst>
              <a:ext uri="{FF2B5EF4-FFF2-40B4-BE49-F238E27FC236}">
                <a16:creationId xmlns:a16="http://schemas.microsoft.com/office/drawing/2014/main" id="{62E7BE2D-2CD9-78AA-C351-0E0248952788}"/>
              </a:ext>
            </a:extLst>
          </p:cNvPr>
          <p:cNvSpPr>
            <a:spLocks noGrp="1"/>
          </p:cNvSpPr>
          <p:nvPr>
            <p:ph type="body" sz="quarter" idx="18" hasCustomPrompt="1"/>
          </p:nvPr>
        </p:nvSpPr>
        <p:spPr>
          <a:xfrm>
            <a:off x="3349752"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5">
            <a:extLst>
              <a:ext uri="{FF2B5EF4-FFF2-40B4-BE49-F238E27FC236}">
                <a16:creationId xmlns:a16="http://schemas.microsoft.com/office/drawing/2014/main" id="{A0B6FF35-E677-7F1B-26BE-BB85639D9381}"/>
              </a:ext>
            </a:extLst>
          </p:cNvPr>
          <p:cNvSpPr>
            <a:spLocks noGrp="1"/>
          </p:cNvSpPr>
          <p:nvPr>
            <p:ph type="body" sz="quarter" idx="19" hasCustomPrompt="1"/>
          </p:nvPr>
        </p:nvSpPr>
        <p:spPr>
          <a:xfrm>
            <a:off x="6318504"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5">
            <a:extLst>
              <a:ext uri="{FF2B5EF4-FFF2-40B4-BE49-F238E27FC236}">
                <a16:creationId xmlns:a16="http://schemas.microsoft.com/office/drawing/2014/main" id="{62743E14-A152-5FD7-2EB9-342B3FD02538}"/>
              </a:ext>
            </a:extLst>
          </p:cNvPr>
          <p:cNvSpPr>
            <a:spLocks noGrp="1"/>
          </p:cNvSpPr>
          <p:nvPr>
            <p:ph type="body" sz="quarter" idx="20" hasCustomPrompt="1"/>
          </p:nvPr>
        </p:nvSpPr>
        <p:spPr>
          <a:xfrm>
            <a:off x="9287255" y="1388480"/>
            <a:ext cx="2523744" cy="2157984"/>
          </a:xfrm>
        </p:spPr>
        <p:txBody>
          <a:bodyPr>
            <a:noAutofit/>
          </a:bodyPr>
          <a:lstStyle>
            <a:lvl1pPr marL="0" indent="0">
              <a:buNone/>
              <a:defRPr>
                <a:solidFill>
                  <a:schemeClr val="bg1"/>
                </a:solidFill>
              </a:defRPr>
            </a:lvl1pPr>
            <a:lvl2pPr marL="182880">
              <a:defRPr>
                <a:solidFill>
                  <a:schemeClr val="bg1"/>
                </a:solidFill>
              </a:defRPr>
            </a:lvl2pPr>
            <a:lvl3pPr marL="365760">
              <a:spcAft>
                <a:spcPts val="600"/>
              </a:spcAft>
              <a:defRPr>
                <a:solidFill>
                  <a:schemeClr val="bg1"/>
                </a:solidFill>
              </a:defRPr>
            </a:lvl3pPr>
            <a:lvl4pPr marL="548640">
              <a:defRPr>
                <a:solidFill>
                  <a:schemeClr val="bg1"/>
                </a:solidFill>
              </a:defRPr>
            </a:lvl4pPr>
            <a:lvl5pPr marL="731520">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26">
            <a:extLst>
              <a:ext uri="{FF2B5EF4-FFF2-40B4-BE49-F238E27FC236}">
                <a16:creationId xmlns:a16="http://schemas.microsoft.com/office/drawing/2014/main" id="{666DE63F-8650-7185-41C0-353CC2876BA5}"/>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3" name="Picture 6">
            <a:extLst>
              <a:ext uri="{FF2B5EF4-FFF2-40B4-BE49-F238E27FC236}">
                <a16:creationId xmlns:a16="http://schemas.microsoft.com/office/drawing/2014/main" id="{C2D490A1-FED3-8AC5-5C2D-7BD8C9681AE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20001918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omparison Layout-brand-colors-dark-mode">
    <p:bg>
      <p:bgPr>
        <a:solidFill>
          <a:schemeClr val="tx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622C585-7268-9AC9-50C2-898932AA8ED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7" name="Graphic 6">
            <a:extLst>
              <a:ext uri="{FF2B5EF4-FFF2-40B4-BE49-F238E27FC236}">
                <a16:creationId xmlns:a16="http://schemas.microsoft.com/office/drawing/2014/main" id="{61BA2761-9E07-1632-D145-25E85BBFEB5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891" y="0"/>
            <a:ext cx="7577667" cy="6858000"/>
          </a:xfrm>
          <a:prstGeom prst="rect">
            <a:avLst/>
          </a:prstGeom>
        </p:spPr>
      </p:pic>
      <p:sp>
        <p:nvSpPr>
          <p:cNvPr id="2" name="Title 1">
            <a:extLst>
              <a:ext uri="{FF2B5EF4-FFF2-40B4-BE49-F238E27FC236}">
                <a16:creationId xmlns:a16="http://schemas.microsoft.com/office/drawing/2014/main" id="{3B34AF4D-024E-9970-6233-003A1B10F315}"/>
              </a:ext>
            </a:extLst>
          </p:cNvPr>
          <p:cNvSpPr>
            <a:spLocks noGrp="1"/>
          </p:cNvSpPr>
          <p:nvPr>
            <p:ph type="title" hasCustomPrompt="1"/>
          </p:nvPr>
        </p:nvSpPr>
        <p:spPr>
          <a:xfrm>
            <a:off x="381000" y="1589405"/>
            <a:ext cx="5524499" cy="81053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3" name="Content Placeholder 2">
            <a:extLst>
              <a:ext uri="{FF2B5EF4-FFF2-40B4-BE49-F238E27FC236}">
                <a16:creationId xmlns:a16="http://schemas.microsoft.com/office/drawing/2014/main" id="{2436C617-602D-6D26-8627-2A45477594B1}"/>
              </a:ext>
            </a:extLst>
          </p:cNvPr>
          <p:cNvSpPr>
            <a:spLocks noGrp="1"/>
          </p:cNvSpPr>
          <p:nvPr>
            <p:ph sz="half" idx="1" hasCustomPrompt="1"/>
          </p:nvPr>
        </p:nvSpPr>
        <p:spPr>
          <a:xfrm>
            <a:off x="381000" y="2542676"/>
            <a:ext cx="5524501" cy="3289955"/>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4" name="Content Placeholder 2">
            <a:extLst>
              <a:ext uri="{FF2B5EF4-FFF2-40B4-BE49-F238E27FC236}">
                <a16:creationId xmlns:a16="http://schemas.microsoft.com/office/drawing/2014/main" id="{66BA78F6-7BA4-CB64-E5FE-C01E80E60934}"/>
              </a:ext>
            </a:extLst>
          </p:cNvPr>
          <p:cNvSpPr>
            <a:spLocks noGrp="1"/>
          </p:cNvSpPr>
          <p:nvPr>
            <p:ph sz="half" idx="15" hasCustomPrompt="1"/>
          </p:nvPr>
        </p:nvSpPr>
        <p:spPr>
          <a:xfrm>
            <a:off x="6261099" y="2542676"/>
            <a:ext cx="5524501" cy="3289955"/>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8" name="Text Placeholder 8">
            <a:extLst>
              <a:ext uri="{FF2B5EF4-FFF2-40B4-BE49-F238E27FC236}">
                <a16:creationId xmlns:a16="http://schemas.microsoft.com/office/drawing/2014/main" id="{88A9785E-197E-625F-29C7-13E4A08E1100}"/>
              </a:ext>
            </a:extLst>
          </p:cNvPr>
          <p:cNvSpPr>
            <a:spLocks noGrp="1"/>
          </p:cNvSpPr>
          <p:nvPr>
            <p:ph type="body" sz="quarter" idx="14" hasCustomPrompt="1"/>
          </p:nvPr>
        </p:nvSpPr>
        <p:spPr>
          <a:xfrm>
            <a:off x="6261099" y="1589405"/>
            <a:ext cx="5524499" cy="825379"/>
          </a:xfrm>
        </p:spPr>
        <p:txBody>
          <a:bodyPr>
            <a:noAutofit/>
          </a:bodyPr>
          <a:lstStyle>
            <a:lvl1pPr marL="0" indent="0">
              <a:lnSpc>
                <a:spcPct val="90000"/>
              </a:lnSpc>
              <a:spcAft>
                <a:spcPts val="0"/>
              </a:spcAft>
              <a:buNone/>
              <a:defRPr sz="3000" b="1" i="0" spc="-150">
                <a:solidFill>
                  <a:schemeClr val="bg1"/>
                </a:solidFill>
                <a:latin typeface="Arial" panose="020B0604020202020204" pitchFamily="34" charset="0"/>
                <a:cs typeface="Arial" panose="020B0604020202020204" pitchFamily="34" charset="0"/>
              </a:defRPr>
            </a:lvl1pPr>
          </a:lstStyle>
          <a:p>
            <a:pPr lvl="0"/>
            <a:r>
              <a:rPr lang="en-US" dirty="0"/>
              <a:t>Click to add text</a:t>
            </a:r>
          </a:p>
        </p:txBody>
      </p:sp>
      <p:sp>
        <p:nvSpPr>
          <p:cNvPr id="4" name="Slide Number Placeholder 5">
            <a:extLst>
              <a:ext uri="{FF2B5EF4-FFF2-40B4-BE49-F238E27FC236}">
                <a16:creationId xmlns:a16="http://schemas.microsoft.com/office/drawing/2014/main" id="{AA0E3317-28EC-71CF-63FA-AE31ADB94084}"/>
              </a:ext>
            </a:extLst>
          </p:cNvPr>
          <p:cNvSpPr>
            <a:spLocks noGrp="1"/>
          </p:cNvSpPr>
          <p:nvPr>
            <p:ph type="sldNum" sz="quarter" idx="36"/>
          </p:nvPr>
        </p:nvSpPr>
        <p:spPr>
          <a:xfrm>
            <a:off x="11353800" y="6373164"/>
            <a:ext cx="457200" cy="314382"/>
          </a:xfrm>
        </p:spPr>
        <p:txBody>
          <a:bodyPr/>
          <a:lstStyle>
            <a:lvl1pPr>
              <a:defRPr>
                <a:solidFill>
                  <a:schemeClr val="bg1"/>
                </a:solidFill>
              </a:defRPr>
            </a:lvl1pPr>
          </a:lstStyle>
          <a:p>
            <a:fld id="{324C0A44-AD9E-49C7-A6F8-E7DA309B6D4F}" type="slidenum">
              <a:rPr lang="en-US" smtClean="0"/>
              <a:pPr/>
              <a:t>‹#›</a:t>
            </a:fld>
            <a:endParaRPr lang="en-US" dirty="0"/>
          </a:p>
        </p:txBody>
      </p:sp>
      <p:sp>
        <p:nvSpPr>
          <p:cNvPr id="9" name="Rectangle 26">
            <a:extLst>
              <a:ext uri="{FF2B5EF4-FFF2-40B4-BE49-F238E27FC236}">
                <a16:creationId xmlns:a16="http://schemas.microsoft.com/office/drawing/2014/main" id="{6AFAEF3B-6E2B-901D-1211-4A74A529D777}"/>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6" name="Picture 6">
            <a:extLst>
              <a:ext uri="{FF2B5EF4-FFF2-40B4-BE49-F238E27FC236}">
                <a16:creationId xmlns:a16="http://schemas.microsoft.com/office/drawing/2014/main" id="{0D84753E-1823-9AEA-EC91-8B015E69FAC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6131506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Quote Slide-dark-mo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F706-89AB-ADE4-786B-34F29EAF0EB2}"/>
              </a:ext>
            </a:extLst>
          </p:cNvPr>
          <p:cNvSpPr>
            <a:spLocks noGrp="1"/>
          </p:cNvSpPr>
          <p:nvPr>
            <p:ph type="title" hasCustomPrompt="1"/>
          </p:nvPr>
        </p:nvSpPr>
        <p:spPr>
          <a:xfrm>
            <a:off x="1889760" y="2143126"/>
            <a:ext cx="8412480" cy="1975104"/>
          </a:xfrm>
        </p:spPr>
        <p:txBody>
          <a:bodyPr>
            <a:noAutofit/>
          </a:bodyPr>
          <a:lstStyle>
            <a:lvl1pPr>
              <a:defRPr sz="3800">
                <a:solidFill>
                  <a:schemeClr val="bg1"/>
                </a:solidFill>
              </a:defRPr>
            </a:lvl1pPr>
          </a:lstStyle>
          <a:p>
            <a:r>
              <a:rPr lang="en-US" dirty="0"/>
              <a:t>Click to add text</a:t>
            </a:r>
          </a:p>
        </p:txBody>
      </p:sp>
      <p:sp>
        <p:nvSpPr>
          <p:cNvPr id="828" name="Rectangle"/>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7" name="Picture 2">
            <a:extLst>
              <a:ext uri="{FF2B5EF4-FFF2-40B4-BE49-F238E27FC236}">
                <a16:creationId xmlns:a16="http://schemas.microsoft.com/office/drawing/2014/main" id="{C31B6F3E-9CBC-955D-4B0A-0FF7979A5F7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V="1">
            <a:off x="1251948" y="868491"/>
            <a:ext cx="1275621" cy="768115"/>
          </a:xfrm>
          <a:prstGeom prst="rect">
            <a:avLst/>
          </a:prstGeom>
        </p:spPr>
      </p:pic>
      <p:pic>
        <p:nvPicPr>
          <p:cNvPr id="8" name="Picture 2">
            <a:extLst>
              <a:ext uri="{FF2B5EF4-FFF2-40B4-BE49-F238E27FC236}">
                <a16:creationId xmlns:a16="http://schemas.microsoft.com/office/drawing/2014/main" id="{A6024BE0-E67E-B3AF-01E4-D5BF459E9E8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flipH="1">
            <a:off x="9666743" y="5008807"/>
            <a:ext cx="1275621" cy="768115"/>
          </a:xfrm>
          <a:prstGeom prst="rect">
            <a:avLst/>
          </a:prstGeom>
        </p:spPr>
      </p:pic>
      <p:sp>
        <p:nvSpPr>
          <p:cNvPr id="4" name="Text Placeholder 14">
            <a:extLst>
              <a:ext uri="{FF2B5EF4-FFF2-40B4-BE49-F238E27FC236}">
                <a16:creationId xmlns:a16="http://schemas.microsoft.com/office/drawing/2014/main" id="{529F3D46-793A-A22A-D560-1F99CB2F2377}"/>
              </a:ext>
            </a:extLst>
          </p:cNvPr>
          <p:cNvSpPr>
            <a:spLocks noGrp="1"/>
          </p:cNvSpPr>
          <p:nvPr>
            <p:ph type="body" sz="quarter" idx="19" hasCustomPrompt="1"/>
          </p:nvPr>
        </p:nvSpPr>
        <p:spPr>
          <a:xfrm>
            <a:off x="1889759" y="4460521"/>
            <a:ext cx="8412480" cy="249299"/>
          </a:xfrm>
        </p:spPr>
        <p:txBody>
          <a:bodyPr wrap="square" tIns="0" anchor="t" anchorCtr="0">
            <a:spAutoFit/>
          </a:bodyPr>
          <a:lstStyle>
            <a:lvl1pPr marL="0" indent="0">
              <a:lnSpc>
                <a:spcPct val="90000"/>
              </a:lnSpc>
              <a:spcBef>
                <a:spcPts val="500"/>
              </a:spcBef>
              <a:buNone/>
              <a:defRPr sz="1800" b="0" spc="0" baseline="0">
                <a:solidFill>
                  <a:schemeClr val="bg1"/>
                </a:solidFill>
              </a:defRPr>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pic>
        <p:nvPicPr>
          <p:cNvPr id="3" name="Picture 6">
            <a:extLst>
              <a:ext uri="{FF2B5EF4-FFF2-40B4-BE49-F238E27FC236}">
                <a16:creationId xmlns:a16="http://schemas.microsoft.com/office/drawing/2014/main" id="{CBBA57A2-1E71-77EB-4C31-8232DCE4424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7838954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ntent with photo (call out)-dark-m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F1CBAB-0F5F-12FB-F907-C5E7895CE74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14" name="Picture Placeholder 13">
            <a:extLst>
              <a:ext uri="{FF2B5EF4-FFF2-40B4-BE49-F238E27FC236}">
                <a16:creationId xmlns:a16="http://schemas.microsoft.com/office/drawing/2014/main" id="{5919BE72-EEC3-84D0-78ED-8CECC2C7ADA2}"/>
              </a:ext>
            </a:extLst>
          </p:cNvPr>
          <p:cNvSpPr>
            <a:spLocks noGrp="1"/>
          </p:cNvSpPr>
          <p:nvPr>
            <p:ph type="pic" sz="quarter" idx="15"/>
          </p:nvPr>
        </p:nvSpPr>
        <p:spPr>
          <a:xfrm>
            <a:off x="7945777" y="1371600"/>
            <a:ext cx="4246223" cy="5486400"/>
          </a:xfrm>
          <a:custGeom>
            <a:avLst/>
            <a:gdLst>
              <a:gd name="connsiteX0" fmla="*/ 0 w 4246223"/>
              <a:gd name="connsiteY0" fmla="*/ 0 h 5486400"/>
              <a:gd name="connsiteX1" fmla="*/ 4246223 w 4246223"/>
              <a:gd name="connsiteY1" fmla="*/ 0 h 5486400"/>
              <a:gd name="connsiteX2" fmla="*/ 4246223 w 4246223"/>
              <a:gd name="connsiteY2" fmla="*/ 5486400 h 5486400"/>
              <a:gd name="connsiteX3" fmla="*/ 1643231 w 4246223"/>
              <a:gd name="connsiteY3" fmla="*/ 5486400 h 5486400"/>
              <a:gd name="connsiteX4" fmla="*/ 1643231 w 4246223"/>
              <a:gd name="connsiteY4" fmla="*/ 3520440 h 5486400"/>
              <a:gd name="connsiteX5" fmla="*/ 0 w 4246223"/>
              <a:gd name="connsiteY5" fmla="*/ 352044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46223" h="5486400">
                <a:moveTo>
                  <a:pt x="0" y="0"/>
                </a:moveTo>
                <a:lnTo>
                  <a:pt x="4246223" y="0"/>
                </a:lnTo>
                <a:lnTo>
                  <a:pt x="4246223" y="5486400"/>
                </a:lnTo>
                <a:lnTo>
                  <a:pt x="1643231" y="5486400"/>
                </a:lnTo>
                <a:lnTo>
                  <a:pt x="1643231" y="3520440"/>
                </a:lnTo>
                <a:lnTo>
                  <a:pt x="0" y="3520440"/>
                </a:lnTo>
                <a:close/>
              </a:path>
            </a:pathLst>
          </a:custGeom>
        </p:spPr>
        <p:txBody>
          <a:bodyPr wrap="square">
            <a:noAutofit/>
          </a:bodyPr>
          <a:lstStyle/>
          <a:p>
            <a:r>
              <a:rPr lang="en-GB" dirty="0"/>
              <a:t>Click icon to add picture</a:t>
            </a:r>
            <a:endParaRPr lang="en-US" dirty="0"/>
          </a:p>
        </p:txBody>
      </p:sp>
      <p:sp>
        <p:nvSpPr>
          <p:cNvPr id="2" name="Title 1">
            <a:extLst>
              <a:ext uri="{FF2B5EF4-FFF2-40B4-BE49-F238E27FC236}">
                <a16:creationId xmlns:a16="http://schemas.microsoft.com/office/drawing/2014/main" id="{D316D2B1-EBEF-DF50-F471-A0723DDF4E0C}"/>
              </a:ext>
            </a:extLst>
          </p:cNvPr>
          <p:cNvSpPr>
            <a:spLocks noGrp="1"/>
          </p:cNvSpPr>
          <p:nvPr>
            <p:ph type="title" hasCustomPrompt="1"/>
          </p:nvPr>
        </p:nvSpPr>
        <p:spPr/>
        <p:txBody>
          <a:bodyPr/>
          <a:lstStyle/>
          <a:p>
            <a:r>
              <a:rPr lang="en-US" dirty="0"/>
              <a:t>Click to add title</a:t>
            </a:r>
          </a:p>
        </p:txBody>
      </p:sp>
      <p:sp>
        <p:nvSpPr>
          <p:cNvPr id="4" name="Slide Number Placeholder 3">
            <a:extLst>
              <a:ext uri="{FF2B5EF4-FFF2-40B4-BE49-F238E27FC236}">
                <a16:creationId xmlns:a16="http://schemas.microsoft.com/office/drawing/2014/main" id="{2E4E1CD6-C6CF-7436-610F-7706F91D752E}"/>
              </a:ext>
            </a:extLst>
          </p:cNvPr>
          <p:cNvSpPr>
            <a:spLocks noGrp="1"/>
          </p:cNvSpPr>
          <p:nvPr>
            <p:ph type="sldNum" sz="quarter" idx="11"/>
          </p:nvPr>
        </p:nvSpPr>
        <p:spPr/>
        <p:txBody>
          <a:bodyPr/>
          <a:lstStyle/>
          <a:p>
            <a:fld id="{324C0A44-AD9E-49C7-A6F8-E7DA309B6D4F}" type="slidenum">
              <a:rPr lang="en-US" smtClean="0"/>
              <a:pPr/>
              <a:t>‹#›</a:t>
            </a:fld>
            <a:endParaRPr lang="en-US" dirty="0"/>
          </a:p>
        </p:txBody>
      </p:sp>
      <p:sp>
        <p:nvSpPr>
          <p:cNvPr id="5" name="Text Placeholder 7">
            <a:extLst>
              <a:ext uri="{FF2B5EF4-FFF2-40B4-BE49-F238E27FC236}">
                <a16:creationId xmlns:a16="http://schemas.microsoft.com/office/drawing/2014/main" id="{20099B59-DB61-5820-31DF-38EF9D783D17}"/>
              </a:ext>
            </a:extLst>
          </p:cNvPr>
          <p:cNvSpPr>
            <a:spLocks noGrp="1"/>
          </p:cNvSpPr>
          <p:nvPr>
            <p:ph type="body" sz="quarter" idx="13" hasCustomPrompt="1"/>
          </p:nvPr>
        </p:nvSpPr>
        <p:spPr>
          <a:xfrm>
            <a:off x="381000" y="1371600"/>
            <a:ext cx="6769100" cy="314325"/>
          </a:xfrm>
        </p:spPr>
        <p:txBody>
          <a:bodyPr>
            <a:noAutofit/>
          </a:bodyPr>
          <a:lstStyle>
            <a:lvl1pPr marL="0" indent="0">
              <a:buNone/>
              <a:defRPr sz="2000" b="1" spc="0" baseline="0"/>
            </a:lvl1pPr>
          </a:lstStyle>
          <a:p>
            <a:pPr lvl="0"/>
            <a:r>
              <a:rPr lang="en-US" dirty="0"/>
              <a:t>Click to add text</a:t>
            </a:r>
          </a:p>
        </p:txBody>
      </p:sp>
      <p:sp>
        <p:nvSpPr>
          <p:cNvPr id="7" name="Text Placeholder 6">
            <a:extLst>
              <a:ext uri="{FF2B5EF4-FFF2-40B4-BE49-F238E27FC236}">
                <a16:creationId xmlns:a16="http://schemas.microsoft.com/office/drawing/2014/main" id="{79F84DB0-C881-0395-468C-47B9CBA54691}"/>
              </a:ext>
            </a:extLst>
          </p:cNvPr>
          <p:cNvSpPr>
            <a:spLocks noGrp="1"/>
          </p:cNvSpPr>
          <p:nvPr>
            <p:ph type="body" sz="quarter" idx="14" hasCustomPrompt="1"/>
          </p:nvPr>
        </p:nvSpPr>
        <p:spPr>
          <a:xfrm>
            <a:off x="381000" y="1785969"/>
            <a:ext cx="6769100" cy="2918732"/>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8" name="Picture 9">
            <a:extLst>
              <a:ext uri="{FF2B5EF4-FFF2-40B4-BE49-F238E27FC236}">
                <a16:creationId xmlns:a16="http://schemas.microsoft.com/office/drawing/2014/main" id="{83E30C8A-5D2F-C27F-AFC1-B6F07606413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945777" y="3939540"/>
            <a:ext cx="965200" cy="965200"/>
          </a:xfrm>
          <a:prstGeom prst="rect">
            <a:avLst/>
          </a:prstGeom>
        </p:spPr>
      </p:pic>
      <p:sp>
        <p:nvSpPr>
          <p:cNvPr id="9" name="Rectangle 26">
            <a:extLst>
              <a:ext uri="{FF2B5EF4-FFF2-40B4-BE49-F238E27FC236}">
                <a16:creationId xmlns:a16="http://schemas.microsoft.com/office/drawing/2014/main" id="{8B0339DD-846C-85DA-9C32-0CA8F6D9579F}"/>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15" name="Text Placeholder 12">
            <a:extLst>
              <a:ext uri="{FF2B5EF4-FFF2-40B4-BE49-F238E27FC236}">
                <a16:creationId xmlns:a16="http://schemas.microsoft.com/office/drawing/2014/main" id="{3B7AA824-6702-D140-6158-DBC4DAD43E69}"/>
              </a:ext>
            </a:extLst>
          </p:cNvPr>
          <p:cNvSpPr>
            <a:spLocks noGrp="1"/>
          </p:cNvSpPr>
          <p:nvPr>
            <p:ph type="body" sz="quarter" idx="16" hasCustomPrompt="1"/>
          </p:nvPr>
        </p:nvSpPr>
        <p:spPr>
          <a:xfrm>
            <a:off x="2602992" y="4892040"/>
            <a:ext cx="6983770" cy="1965960"/>
          </a:xfrm>
          <a:solidFill>
            <a:schemeClr val="accent2"/>
          </a:solidFill>
        </p:spPr>
        <p:txBody>
          <a:bodyPr lIns="320040" tIns="320040" rIns="320040" bIns="320040">
            <a:noAutofit/>
          </a:bodyPr>
          <a:lstStyle>
            <a:lvl1pPr marL="0" indent="0">
              <a:buNone/>
              <a:defRPr sz="2400" b="1" spc="-150">
                <a:solidFill>
                  <a:schemeClr val="bg1"/>
                </a:solidFill>
              </a:defRPr>
            </a:lvl1pPr>
          </a:lstStyle>
          <a:p>
            <a:pPr lvl="0"/>
            <a:r>
              <a:rPr lang="en-GB" dirty="0"/>
              <a:t>Click to add text</a:t>
            </a:r>
          </a:p>
        </p:txBody>
      </p:sp>
      <p:pic>
        <p:nvPicPr>
          <p:cNvPr id="3" name="Picture 6">
            <a:extLst>
              <a:ext uri="{FF2B5EF4-FFF2-40B4-BE49-F238E27FC236}">
                <a16:creationId xmlns:a16="http://schemas.microsoft.com/office/drawing/2014/main" id="{3500ABB0-FABA-07F6-AE19-BFC6F4BC3F93}"/>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85300247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Statement with boxes-dark-mo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D18923C-D01D-6633-BE53-1059C563A25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EA50607A-F06E-1055-E9B5-9F1ECC6FA55B}"/>
              </a:ext>
            </a:extLst>
          </p:cNvPr>
          <p:cNvSpPr>
            <a:spLocks noGrp="1"/>
          </p:cNvSpPr>
          <p:nvPr>
            <p:ph type="title" hasCustomPrompt="1"/>
          </p:nvPr>
        </p:nvSpPr>
        <p:spPr/>
        <p:txBody>
          <a:bodyPr/>
          <a:lstStyle/>
          <a:p>
            <a:r>
              <a:rPr lang="en-US" dirty="0"/>
              <a:t>Click to add title</a:t>
            </a:r>
          </a:p>
        </p:txBody>
      </p:sp>
      <p:sp>
        <p:nvSpPr>
          <p:cNvPr id="4" name="Slide Number Placeholder 3">
            <a:extLst>
              <a:ext uri="{FF2B5EF4-FFF2-40B4-BE49-F238E27FC236}">
                <a16:creationId xmlns:a16="http://schemas.microsoft.com/office/drawing/2014/main" id="{01AC5AFA-D99A-BFC4-340C-CADB83E524E7}"/>
              </a:ext>
            </a:extLst>
          </p:cNvPr>
          <p:cNvSpPr>
            <a:spLocks noGrp="1"/>
          </p:cNvSpPr>
          <p:nvPr>
            <p:ph type="sldNum" sz="quarter" idx="11"/>
          </p:nvPr>
        </p:nvSpPr>
        <p:spPr/>
        <p:txBody>
          <a:bodyPr/>
          <a:lstStyle/>
          <a:p>
            <a:fld id="{324C0A44-AD9E-49C7-A6F8-E7DA309B6D4F}" type="slidenum">
              <a:rPr lang="en-US" smtClean="0"/>
              <a:pPr/>
              <a:t>‹#›</a:t>
            </a:fld>
            <a:endParaRPr lang="en-US" dirty="0"/>
          </a:p>
        </p:txBody>
      </p:sp>
      <p:sp>
        <p:nvSpPr>
          <p:cNvPr id="6" name="Text Placeholder 5">
            <a:extLst>
              <a:ext uri="{FF2B5EF4-FFF2-40B4-BE49-F238E27FC236}">
                <a16:creationId xmlns:a16="http://schemas.microsoft.com/office/drawing/2014/main" id="{1D6654A0-5FC8-E6AA-2A11-1F0AC087EDC8}"/>
              </a:ext>
            </a:extLst>
          </p:cNvPr>
          <p:cNvSpPr>
            <a:spLocks noGrp="1"/>
          </p:cNvSpPr>
          <p:nvPr>
            <p:ph type="body" sz="quarter" idx="12" hasCustomPrompt="1"/>
          </p:nvPr>
        </p:nvSpPr>
        <p:spPr>
          <a:xfrm>
            <a:off x="381000" y="2610761"/>
            <a:ext cx="3474720" cy="2159000"/>
          </a:xfrm>
          <a:solidFill>
            <a:srgbClr val="FA4616"/>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7" name="Text Placeholder 5">
            <a:extLst>
              <a:ext uri="{FF2B5EF4-FFF2-40B4-BE49-F238E27FC236}">
                <a16:creationId xmlns:a16="http://schemas.microsoft.com/office/drawing/2014/main" id="{58008FFC-23EA-2AEF-B0BE-A8340AD9DCDC}"/>
              </a:ext>
            </a:extLst>
          </p:cNvPr>
          <p:cNvSpPr>
            <a:spLocks noGrp="1"/>
          </p:cNvSpPr>
          <p:nvPr>
            <p:ph type="body" sz="quarter" idx="13" hasCustomPrompt="1"/>
          </p:nvPr>
        </p:nvSpPr>
        <p:spPr>
          <a:xfrm>
            <a:off x="4358640" y="2610761"/>
            <a:ext cx="3474720" cy="2159000"/>
          </a:xfrm>
          <a:solidFill>
            <a:srgbClr val="0BA2B3"/>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8" name="Text Placeholder 5">
            <a:extLst>
              <a:ext uri="{FF2B5EF4-FFF2-40B4-BE49-F238E27FC236}">
                <a16:creationId xmlns:a16="http://schemas.microsoft.com/office/drawing/2014/main" id="{6AB20B39-5DC4-C563-492B-12430CA19506}"/>
              </a:ext>
            </a:extLst>
          </p:cNvPr>
          <p:cNvSpPr>
            <a:spLocks noGrp="1"/>
          </p:cNvSpPr>
          <p:nvPr>
            <p:ph type="body" sz="quarter" idx="14" hasCustomPrompt="1"/>
          </p:nvPr>
        </p:nvSpPr>
        <p:spPr>
          <a:xfrm>
            <a:off x="8336279" y="2610761"/>
            <a:ext cx="3474720" cy="2159000"/>
          </a:xfrm>
          <a:solidFill>
            <a:srgbClr val="1E6482"/>
          </a:solidFill>
        </p:spPr>
        <p:txBody>
          <a:bodyPr lIns="182880" tIns="182880" rIns="182880" bIns="182880" anchor="ctr">
            <a:noAutofit/>
          </a:bodyPr>
          <a:lstStyle>
            <a:lvl1pPr marL="0" indent="0" algn="ctr">
              <a:buNone/>
              <a:defRPr sz="2800" b="1" spc="-150">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pPr lvl="0"/>
            <a:r>
              <a:rPr lang="en-GB" dirty="0"/>
              <a:t>Click to add text</a:t>
            </a:r>
          </a:p>
        </p:txBody>
      </p:sp>
      <p:sp>
        <p:nvSpPr>
          <p:cNvPr id="5" name="Rectangle 26">
            <a:extLst>
              <a:ext uri="{FF2B5EF4-FFF2-40B4-BE49-F238E27FC236}">
                <a16:creationId xmlns:a16="http://schemas.microsoft.com/office/drawing/2014/main" id="{BC2A52C5-EB3D-A06E-2393-DC9C2DBD0BE5}"/>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10" name="Picture 6">
            <a:extLst>
              <a:ext uri="{FF2B5EF4-FFF2-40B4-BE49-F238E27FC236}">
                <a16:creationId xmlns:a16="http://schemas.microsoft.com/office/drawing/2014/main" id="{79DB2BA2-0D99-33D4-A679-6A695FCC7715}"/>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05587832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Quote-one photo-dark-mo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0369473-541B-0D42-2359-03A6E0144B8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8B2E0FE-079C-4309-86E7-FC7AC41E098B}"/>
              </a:ext>
            </a:extLst>
          </p:cNvPr>
          <p:cNvSpPr>
            <a:spLocks noGrp="1"/>
          </p:cNvSpPr>
          <p:nvPr>
            <p:ph type="title" hasCustomPrompt="1"/>
          </p:nvPr>
        </p:nvSpPr>
        <p:spPr/>
        <p:txBody>
          <a:bodyPr/>
          <a:lstStyle/>
          <a:p>
            <a:r>
              <a:rPr lang="en-US" dirty="0"/>
              <a:t>Click to add title</a:t>
            </a:r>
          </a:p>
        </p:txBody>
      </p:sp>
      <p:sp>
        <p:nvSpPr>
          <p:cNvPr id="4" name="Text Placeholder 21">
            <a:extLst>
              <a:ext uri="{FF2B5EF4-FFF2-40B4-BE49-F238E27FC236}">
                <a16:creationId xmlns:a16="http://schemas.microsoft.com/office/drawing/2014/main" id="{CF3E35AE-FC12-4C79-986B-4E075DBAFC0C}"/>
              </a:ext>
            </a:extLst>
          </p:cNvPr>
          <p:cNvSpPr>
            <a:spLocks noGrp="1"/>
          </p:cNvSpPr>
          <p:nvPr>
            <p:ph type="body" sz="quarter" idx="11" hasCustomPrompt="1"/>
          </p:nvPr>
        </p:nvSpPr>
        <p:spPr>
          <a:xfrm>
            <a:off x="4291986" y="2000250"/>
            <a:ext cx="7520820" cy="2162799"/>
          </a:xfrm>
        </p:spPr>
        <p:txBody>
          <a:bodyPr anchor="b">
            <a:noAutofit/>
          </a:bodyPr>
          <a:lstStyle>
            <a:lvl1pPr marL="0" indent="0">
              <a:buNone/>
              <a:defRPr sz="3200"/>
            </a:lvl1pPr>
            <a:lvl2pPr marL="0" indent="0">
              <a:buNone/>
              <a:defRPr/>
            </a:lvl2pPr>
          </a:lstStyle>
          <a:p>
            <a:pPr lvl="0"/>
            <a:r>
              <a:rPr lang="en-GB" dirty="0"/>
              <a:t>Click to add text</a:t>
            </a:r>
          </a:p>
        </p:txBody>
      </p:sp>
      <p:sp>
        <p:nvSpPr>
          <p:cNvPr id="10" name="Picture Placeholder 62">
            <a:extLst>
              <a:ext uri="{FF2B5EF4-FFF2-40B4-BE49-F238E27FC236}">
                <a16:creationId xmlns:a16="http://schemas.microsoft.com/office/drawing/2014/main" id="{534EEC33-4BC8-F2E0-8258-3F79A16D499C}"/>
              </a:ext>
            </a:extLst>
          </p:cNvPr>
          <p:cNvSpPr>
            <a:spLocks noGrp="1" noChangeAspect="1"/>
          </p:cNvSpPr>
          <p:nvPr>
            <p:ph type="pic" sz="quarter" idx="17"/>
          </p:nvPr>
        </p:nvSpPr>
        <p:spPr>
          <a:xfrm>
            <a:off x="379193" y="2000249"/>
            <a:ext cx="3498507" cy="348773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6" name="Slide Number Placeholder 4">
            <a:extLst>
              <a:ext uri="{FF2B5EF4-FFF2-40B4-BE49-F238E27FC236}">
                <a16:creationId xmlns:a16="http://schemas.microsoft.com/office/drawing/2014/main" id="{F2F256DF-1CAB-3394-D169-8EE8081C1B9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5" name="Text Placeholder 3">
            <a:extLst>
              <a:ext uri="{FF2B5EF4-FFF2-40B4-BE49-F238E27FC236}">
                <a16:creationId xmlns:a16="http://schemas.microsoft.com/office/drawing/2014/main" id="{14676AA0-3195-6624-1036-19C38660EC2C}"/>
              </a:ext>
            </a:extLst>
          </p:cNvPr>
          <p:cNvSpPr>
            <a:spLocks noGrp="1"/>
          </p:cNvSpPr>
          <p:nvPr>
            <p:ph type="body" sz="quarter" idx="14" hasCustomPrompt="1"/>
          </p:nvPr>
        </p:nvSpPr>
        <p:spPr>
          <a:xfrm>
            <a:off x="4291986" y="4432783"/>
            <a:ext cx="7519014" cy="1055204"/>
          </a:xfrm>
        </p:spPr>
        <p:txBody>
          <a:bodyPr>
            <a:noAutofit/>
          </a:bodyPr>
          <a:lstStyle>
            <a:lvl1pPr>
              <a:spcBef>
                <a:spcPts val="0"/>
              </a:spcBef>
              <a:defRPr sz="1600" b="1">
                <a:solidFill>
                  <a:schemeClr val="accent3"/>
                </a:solidFill>
              </a:defRPr>
            </a:lvl1pPr>
            <a:lvl2pPr marL="0" indent="0">
              <a:spcBef>
                <a:spcPts val="0"/>
              </a:spcBef>
              <a:buNone/>
              <a:defRPr sz="1400" b="1"/>
            </a:lvl2pPr>
            <a:lvl3pPr marL="0" indent="0">
              <a:spcBef>
                <a:spcPts val="0"/>
              </a:spcBef>
              <a:buNone/>
              <a:defRPr sz="1400"/>
            </a:lvl3pPr>
          </a:lstStyle>
          <a:p>
            <a:pPr lvl="0"/>
            <a:r>
              <a:rPr lang="en-GB" dirty="0"/>
              <a:t>Click to add text</a:t>
            </a:r>
          </a:p>
          <a:p>
            <a:pPr lvl="1"/>
            <a:r>
              <a:rPr lang="en-GB" dirty="0"/>
              <a:t>Second level</a:t>
            </a:r>
          </a:p>
          <a:p>
            <a:pPr lvl="2"/>
            <a:r>
              <a:rPr lang="en-GB" dirty="0"/>
              <a:t>Third level</a:t>
            </a:r>
          </a:p>
        </p:txBody>
      </p:sp>
      <p:sp>
        <p:nvSpPr>
          <p:cNvPr id="8" name="Rectangle 26">
            <a:extLst>
              <a:ext uri="{FF2B5EF4-FFF2-40B4-BE49-F238E27FC236}">
                <a16:creationId xmlns:a16="http://schemas.microsoft.com/office/drawing/2014/main" id="{FC294E2E-4A4B-0492-9A5B-8743931AC749}"/>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3" name="Picture 6">
            <a:extLst>
              <a:ext uri="{FF2B5EF4-FFF2-40B4-BE49-F238E27FC236}">
                <a16:creationId xmlns:a16="http://schemas.microsoft.com/office/drawing/2014/main" id="{77122E12-CEB8-4D95-3748-5B3095ADF263}"/>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1007422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Quote-one photo-right-dark-mo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09B7EE-C419-05E2-AB9C-71FE592E456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Slide Number Placeholder 4">
            <a:extLst>
              <a:ext uri="{FF2B5EF4-FFF2-40B4-BE49-F238E27FC236}">
                <a16:creationId xmlns:a16="http://schemas.microsoft.com/office/drawing/2014/main" id="{F2F256DF-1CAB-3394-D169-8EE8081C1B9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7" name="Picture Placeholder 62">
            <a:extLst>
              <a:ext uri="{FF2B5EF4-FFF2-40B4-BE49-F238E27FC236}">
                <a16:creationId xmlns:a16="http://schemas.microsoft.com/office/drawing/2014/main" id="{5BED1ACF-EDDA-2866-27BC-53B5BDD9F9F7}"/>
              </a:ext>
            </a:extLst>
          </p:cNvPr>
          <p:cNvSpPr>
            <a:spLocks noGrp="1" noChangeAspect="1"/>
          </p:cNvSpPr>
          <p:nvPr>
            <p:ph type="pic" sz="quarter" idx="34"/>
          </p:nvPr>
        </p:nvSpPr>
        <p:spPr>
          <a:xfrm>
            <a:off x="8310687" y="2000249"/>
            <a:ext cx="3498507" cy="3487738"/>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8" name="Text Placeholder 21">
            <a:extLst>
              <a:ext uri="{FF2B5EF4-FFF2-40B4-BE49-F238E27FC236}">
                <a16:creationId xmlns:a16="http://schemas.microsoft.com/office/drawing/2014/main" id="{4BDB85EA-D971-A11F-1E43-CA00473DC640}"/>
              </a:ext>
            </a:extLst>
          </p:cNvPr>
          <p:cNvSpPr>
            <a:spLocks noGrp="1"/>
          </p:cNvSpPr>
          <p:nvPr>
            <p:ph type="body" sz="quarter" idx="11" hasCustomPrompt="1"/>
          </p:nvPr>
        </p:nvSpPr>
        <p:spPr>
          <a:xfrm>
            <a:off x="382806" y="2000250"/>
            <a:ext cx="7670800" cy="2162799"/>
          </a:xfrm>
        </p:spPr>
        <p:txBody>
          <a:bodyPr anchor="b">
            <a:noAutofit/>
          </a:bodyPr>
          <a:lstStyle>
            <a:lvl1pPr marL="0" indent="0">
              <a:buNone/>
              <a:defRPr sz="3200"/>
            </a:lvl1pPr>
            <a:lvl2pPr marL="0" indent="0">
              <a:buNone/>
              <a:defRPr/>
            </a:lvl2pPr>
          </a:lstStyle>
          <a:p>
            <a:pPr lvl="0"/>
            <a:r>
              <a:rPr lang="en-GB" dirty="0"/>
              <a:t>Click to add text</a:t>
            </a:r>
          </a:p>
        </p:txBody>
      </p:sp>
      <p:sp>
        <p:nvSpPr>
          <p:cNvPr id="9" name="Text Placeholder 3">
            <a:extLst>
              <a:ext uri="{FF2B5EF4-FFF2-40B4-BE49-F238E27FC236}">
                <a16:creationId xmlns:a16="http://schemas.microsoft.com/office/drawing/2014/main" id="{6780F1B6-9C30-8660-E2D5-298818CD04CC}"/>
              </a:ext>
            </a:extLst>
          </p:cNvPr>
          <p:cNvSpPr>
            <a:spLocks noGrp="1"/>
          </p:cNvSpPr>
          <p:nvPr>
            <p:ph type="body" sz="quarter" idx="14" hasCustomPrompt="1"/>
          </p:nvPr>
        </p:nvSpPr>
        <p:spPr>
          <a:xfrm>
            <a:off x="382842" y="4432783"/>
            <a:ext cx="7668958" cy="1055204"/>
          </a:xfrm>
        </p:spPr>
        <p:txBody>
          <a:bodyPr>
            <a:noAutofit/>
          </a:bodyPr>
          <a:lstStyle>
            <a:lvl1pPr>
              <a:spcBef>
                <a:spcPts val="0"/>
              </a:spcBef>
              <a:defRPr sz="1600" b="1">
                <a:solidFill>
                  <a:schemeClr val="accent3"/>
                </a:solidFill>
              </a:defRPr>
            </a:lvl1pPr>
            <a:lvl2pPr marL="0" indent="0">
              <a:spcBef>
                <a:spcPts val="0"/>
              </a:spcBef>
              <a:buNone/>
              <a:defRPr sz="1400" b="1"/>
            </a:lvl2pPr>
            <a:lvl3pPr marL="0" indent="0">
              <a:spcBef>
                <a:spcPts val="0"/>
              </a:spcBef>
              <a:buNone/>
              <a:defRPr sz="1400"/>
            </a:lvl3pPr>
          </a:lstStyle>
          <a:p>
            <a:pPr lvl="0"/>
            <a:r>
              <a:rPr lang="en-GB" dirty="0"/>
              <a:t>Click to add text</a:t>
            </a:r>
          </a:p>
          <a:p>
            <a:pPr lvl="1"/>
            <a:r>
              <a:rPr lang="en-GB" dirty="0"/>
              <a:t>Second level</a:t>
            </a:r>
          </a:p>
          <a:p>
            <a:pPr lvl="2"/>
            <a:r>
              <a:rPr lang="en-GB" dirty="0"/>
              <a:t>Third level</a:t>
            </a:r>
          </a:p>
        </p:txBody>
      </p:sp>
      <p:sp>
        <p:nvSpPr>
          <p:cNvPr id="11" name="Title 1">
            <a:extLst>
              <a:ext uri="{FF2B5EF4-FFF2-40B4-BE49-F238E27FC236}">
                <a16:creationId xmlns:a16="http://schemas.microsoft.com/office/drawing/2014/main" id="{6D5F3B0B-9D87-88C5-1027-7965A89F5B3D}"/>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4" name="Rectangle 26">
            <a:extLst>
              <a:ext uri="{FF2B5EF4-FFF2-40B4-BE49-F238E27FC236}">
                <a16:creationId xmlns:a16="http://schemas.microsoft.com/office/drawing/2014/main" id="{D9ACC5B8-7CDF-A6F0-AA3A-903C5C6E7AF7}"/>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2" name="Picture 6">
            <a:extLst>
              <a:ext uri="{FF2B5EF4-FFF2-40B4-BE49-F238E27FC236}">
                <a16:creationId xmlns:a16="http://schemas.microsoft.com/office/drawing/2014/main" id="{4C1E5323-D70A-10A0-078D-A3A3AD8546AB}"/>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8820456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Quote-Two photos-dark-mo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C8B2B8-6DB1-828B-6088-26D88558CAB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2" name="Text Placeholder 21">
            <a:extLst>
              <a:ext uri="{FF2B5EF4-FFF2-40B4-BE49-F238E27FC236}">
                <a16:creationId xmlns:a16="http://schemas.microsoft.com/office/drawing/2014/main" id="{F16B6036-F475-4C72-B8D2-2A65E7CBE2A3}"/>
              </a:ext>
            </a:extLst>
          </p:cNvPr>
          <p:cNvSpPr>
            <a:spLocks noGrp="1"/>
          </p:cNvSpPr>
          <p:nvPr>
            <p:ph type="body" sz="quarter" idx="11" hasCustomPrompt="1"/>
          </p:nvPr>
        </p:nvSpPr>
        <p:spPr>
          <a:xfrm>
            <a:off x="381102" y="1247776"/>
            <a:ext cx="5335386" cy="3316605"/>
          </a:xfrm>
        </p:spPr>
        <p:txBody>
          <a:bodyPr>
            <a:noAutofit/>
          </a:bodyPr>
          <a:lstStyle>
            <a:lvl1pPr marL="0" indent="0">
              <a:buNone/>
              <a:defRPr sz="2800"/>
            </a:lvl1pPr>
            <a:lvl2pPr marL="0" indent="0">
              <a:buFont typeface="Arial" panose="020B0604020202020204" pitchFamily="34" charset="0"/>
              <a:buNone/>
              <a:defRPr/>
            </a:lvl2pPr>
          </a:lstStyle>
          <a:p>
            <a:pPr lvl="0"/>
            <a:r>
              <a:rPr lang="en-GB" dirty="0"/>
              <a:t>Click to add text</a:t>
            </a:r>
          </a:p>
        </p:txBody>
      </p:sp>
      <p:cxnSp>
        <p:nvCxnSpPr>
          <p:cNvPr id="23" name="Straight Connector 22">
            <a:extLst>
              <a:ext uri="{FF2B5EF4-FFF2-40B4-BE49-F238E27FC236}">
                <a16:creationId xmlns:a16="http://schemas.microsoft.com/office/drawing/2014/main" id="{B019A511-4556-413D-90A1-72DFACF82F59}"/>
              </a:ext>
            </a:extLst>
          </p:cNvPr>
          <p:cNvCxnSpPr>
            <a:cxnSpLocks/>
          </p:cNvCxnSpPr>
          <p:nvPr userDrawn="1"/>
        </p:nvCxnSpPr>
        <p:spPr>
          <a:xfrm flipV="1">
            <a:off x="6095999" y="1316831"/>
            <a:ext cx="0" cy="4898232"/>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6" name="Text Placeholder 21">
            <a:extLst>
              <a:ext uri="{FF2B5EF4-FFF2-40B4-BE49-F238E27FC236}">
                <a16:creationId xmlns:a16="http://schemas.microsoft.com/office/drawing/2014/main" id="{33BC8332-D34E-4D26-8FEE-507F8A718E39}"/>
              </a:ext>
            </a:extLst>
          </p:cNvPr>
          <p:cNvSpPr>
            <a:spLocks noGrp="1"/>
          </p:cNvSpPr>
          <p:nvPr>
            <p:ph type="body" sz="quarter" idx="18" hasCustomPrompt="1"/>
          </p:nvPr>
        </p:nvSpPr>
        <p:spPr>
          <a:xfrm>
            <a:off x="6477103" y="1247776"/>
            <a:ext cx="5335386" cy="3316605"/>
          </a:xfrm>
        </p:spPr>
        <p:txBody>
          <a:bodyPr>
            <a:noAutofit/>
          </a:bodyPr>
          <a:lstStyle>
            <a:lvl1pPr marL="0" indent="0">
              <a:buNone/>
              <a:defRPr sz="2800"/>
            </a:lvl1pPr>
            <a:lvl2pPr marL="0" indent="0">
              <a:buFont typeface="Arial" panose="020B0604020202020204" pitchFamily="34" charset="0"/>
              <a:buNone/>
              <a:defRPr/>
            </a:lvl2pPr>
          </a:lstStyle>
          <a:p>
            <a:pPr lvl="0"/>
            <a:r>
              <a:rPr lang="en-GB" dirty="0"/>
              <a:t>Click to add text</a:t>
            </a:r>
          </a:p>
        </p:txBody>
      </p:sp>
      <p:sp>
        <p:nvSpPr>
          <p:cNvPr id="4" name="Picture Placeholder 62">
            <a:extLst>
              <a:ext uri="{FF2B5EF4-FFF2-40B4-BE49-F238E27FC236}">
                <a16:creationId xmlns:a16="http://schemas.microsoft.com/office/drawing/2014/main" id="{C0C5746A-1FD1-45B9-B082-7B33D19ECBF0}"/>
              </a:ext>
            </a:extLst>
          </p:cNvPr>
          <p:cNvSpPr>
            <a:spLocks noGrp="1" noChangeAspect="1"/>
          </p:cNvSpPr>
          <p:nvPr>
            <p:ph type="pic" sz="quarter" idx="20"/>
          </p:nvPr>
        </p:nvSpPr>
        <p:spPr>
          <a:xfrm>
            <a:off x="381101" y="4883170"/>
            <a:ext cx="1330374" cy="1326279"/>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6" name="Picture Placeholder 62">
            <a:extLst>
              <a:ext uri="{FF2B5EF4-FFF2-40B4-BE49-F238E27FC236}">
                <a16:creationId xmlns:a16="http://schemas.microsoft.com/office/drawing/2014/main" id="{E3443EB9-BF8F-D0A8-8BE8-CFE41EC0D24B}"/>
              </a:ext>
            </a:extLst>
          </p:cNvPr>
          <p:cNvSpPr>
            <a:spLocks noGrp="1" noChangeAspect="1"/>
          </p:cNvSpPr>
          <p:nvPr>
            <p:ph type="pic" sz="quarter" idx="21"/>
          </p:nvPr>
        </p:nvSpPr>
        <p:spPr>
          <a:xfrm>
            <a:off x="6482643" y="4883170"/>
            <a:ext cx="1330374" cy="1326279"/>
          </a:xfrm>
          <a:custGeom>
            <a:avLst/>
            <a:gdLst>
              <a:gd name="connsiteX0" fmla="*/ 147205 w 1618488"/>
              <a:gd name="connsiteY0" fmla="*/ 0 h 1618488"/>
              <a:gd name="connsiteX1" fmla="*/ 1618488 w 1618488"/>
              <a:gd name="connsiteY1" fmla="*/ 0 h 1618488"/>
              <a:gd name="connsiteX2" fmla="*/ 1618488 w 1618488"/>
              <a:gd name="connsiteY2" fmla="*/ 1321953 h 1618488"/>
              <a:gd name="connsiteX3" fmla="*/ 1471283 w 1618488"/>
              <a:gd name="connsiteY3" fmla="*/ 1321953 h 1618488"/>
              <a:gd name="connsiteX4" fmla="*/ 1471283 w 1618488"/>
              <a:gd name="connsiteY4" fmla="*/ 1469158 h 1618488"/>
              <a:gd name="connsiteX5" fmla="*/ 1618488 w 1618488"/>
              <a:gd name="connsiteY5" fmla="*/ 1469158 h 1618488"/>
              <a:gd name="connsiteX6" fmla="*/ 1618488 w 1618488"/>
              <a:gd name="connsiteY6" fmla="*/ 1618488 h 1618488"/>
              <a:gd name="connsiteX7" fmla="*/ 1468005 w 1618488"/>
              <a:gd name="connsiteY7" fmla="*/ 1618488 h 1618488"/>
              <a:gd name="connsiteX8" fmla="*/ 1468005 w 1618488"/>
              <a:gd name="connsiteY8" fmla="*/ 1471283 h 1618488"/>
              <a:gd name="connsiteX9" fmla="*/ 1320800 w 1618488"/>
              <a:gd name="connsiteY9" fmla="*/ 1471283 h 1618488"/>
              <a:gd name="connsiteX10" fmla="*/ 1320800 w 1618488"/>
              <a:gd name="connsiteY10" fmla="*/ 1618488 h 1618488"/>
              <a:gd name="connsiteX11" fmla="*/ 0 w 1618488"/>
              <a:gd name="connsiteY11" fmla="*/ 1618488 h 1618488"/>
              <a:gd name="connsiteX12" fmla="*/ 0 w 1618488"/>
              <a:gd name="connsiteY12" fmla="*/ 147205 h 1618488"/>
              <a:gd name="connsiteX13" fmla="*/ 147205 w 1618488"/>
              <a:gd name="connsiteY13" fmla="*/ 147205 h 161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8488" h="1618488">
                <a:moveTo>
                  <a:pt x="147205" y="0"/>
                </a:moveTo>
                <a:lnTo>
                  <a:pt x="1618488" y="0"/>
                </a:lnTo>
                <a:lnTo>
                  <a:pt x="1618488" y="1321953"/>
                </a:lnTo>
                <a:lnTo>
                  <a:pt x="1471283" y="1321953"/>
                </a:lnTo>
                <a:lnTo>
                  <a:pt x="1471283" y="1469158"/>
                </a:lnTo>
                <a:lnTo>
                  <a:pt x="1618488" y="1469158"/>
                </a:lnTo>
                <a:lnTo>
                  <a:pt x="1618488" y="1618488"/>
                </a:lnTo>
                <a:lnTo>
                  <a:pt x="1468005" y="1618488"/>
                </a:lnTo>
                <a:lnTo>
                  <a:pt x="1468005" y="1471283"/>
                </a:lnTo>
                <a:lnTo>
                  <a:pt x="1320800" y="1471283"/>
                </a:lnTo>
                <a:lnTo>
                  <a:pt x="1320800" y="1618488"/>
                </a:lnTo>
                <a:lnTo>
                  <a:pt x="0" y="1618488"/>
                </a:lnTo>
                <a:lnTo>
                  <a:pt x="0" y="147205"/>
                </a:lnTo>
                <a:lnTo>
                  <a:pt x="147205" y="147205"/>
                </a:lnTo>
                <a:close/>
              </a:path>
            </a:pathLst>
          </a:custGeom>
        </p:spPr>
        <p:txBody>
          <a:bodyPr wrap="square">
            <a:noAutofit/>
          </a:bodyPr>
          <a:lstStyle>
            <a:lvl1pPr marL="0" indent="0">
              <a:buNone/>
              <a:defRPr/>
            </a:lvl1pPr>
          </a:lstStyle>
          <a:p>
            <a:r>
              <a:rPr lang="en-GB"/>
              <a:t>Click icon to add picture</a:t>
            </a:r>
            <a:endParaRPr lang="en-US"/>
          </a:p>
        </p:txBody>
      </p:sp>
      <p:sp>
        <p:nvSpPr>
          <p:cNvPr id="3" name="Slide Number Placeholder 4">
            <a:extLst>
              <a:ext uri="{FF2B5EF4-FFF2-40B4-BE49-F238E27FC236}">
                <a16:creationId xmlns:a16="http://schemas.microsoft.com/office/drawing/2014/main" id="{7E86D79A-472B-5E1D-42B1-01938F2AE466}"/>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12" name="Text Placeholder 21">
            <a:extLst>
              <a:ext uri="{FF2B5EF4-FFF2-40B4-BE49-F238E27FC236}">
                <a16:creationId xmlns:a16="http://schemas.microsoft.com/office/drawing/2014/main" id="{F5457AE8-C1ED-8C9A-4C94-8304B97980F3}"/>
              </a:ext>
            </a:extLst>
          </p:cNvPr>
          <p:cNvSpPr>
            <a:spLocks noGrp="1"/>
          </p:cNvSpPr>
          <p:nvPr>
            <p:ph type="body" sz="quarter" idx="15" hasCustomPrompt="1"/>
          </p:nvPr>
        </p:nvSpPr>
        <p:spPr>
          <a:xfrm>
            <a:off x="2039223" y="5198874"/>
            <a:ext cx="3677263" cy="694870"/>
          </a:xfrm>
        </p:spPr>
        <p:txBody>
          <a:bodyPr anchor="ctr">
            <a:noAutofit/>
          </a:bodyPr>
          <a:lstStyle>
            <a:lvl1pPr algn="l">
              <a:spcBef>
                <a:spcPts val="0"/>
              </a:spcBef>
              <a:defRPr sz="1400" b="1">
                <a:solidFill>
                  <a:schemeClr val="bg1"/>
                </a:solidFill>
              </a:defRPr>
            </a:lvl1pPr>
            <a:lvl2pPr marL="0" indent="0" algn="l">
              <a:spcBef>
                <a:spcPts val="0"/>
              </a:spcBef>
              <a:buNone/>
              <a:defRPr sz="1600" b="1">
                <a:solidFill>
                  <a:schemeClr val="tx1"/>
                </a:solidFill>
              </a:defRPr>
            </a:lvl2pPr>
          </a:lstStyle>
          <a:p>
            <a:pPr lvl="0"/>
            <a:r>
              <a:rPr lang="en-GB" dirty="0"/>
              <a:t>Click to add text</a:t>
            </a:r>
          </a:p>
        </p:txBody>
      </p:sp>
      <p:sp>
        <p:nvSpPr>
          <p:cNvPr id="15" name="Text Placeholder 21">
            <a:extLst>
              <a:ext uri="{FF2B5EF4-FFF2-40B4-BE49-F238E27FC236}">
                <a16:creationId xmlns:a16="http://schemas.microsoft.com/office/drawing/2014/main" id="{CEB2C2AB-09EE-42C1-F5F4-A2BBE57D12EF}"/>
              </a:ext>
            </a:extLst>
          </p:cNvPr>
          <p:cNvSpPr>
            <a:spLocks noGrp="1"/>
          </p:cNvSpPr>
          <p:nvPr>
            <p:ph type="body" sz="quarter" idx="38" hasCustomPrompt="1"/>
          </p:nvPr>
        </p:nvSpPr>
        <p:spPr>
          <a:xfrm>
            <a:off x="8129612" y="5198874"/>
            <a:ext cx="3681287" cy="694870"/>
          </a:xfrm>
        </p:spPr>
        <p:txBody>
          <a:bodyPr anchor="ctr">
            <a:noAutofit/>
          </a:bodyPr>
          <a:lstStyle>
            <a:lvl1pPr algn="l">
              <a:spcBef>
                <a:spcPts val="0"/>
              </a:spcBef>
              <a:defRPr sz="1400" b="1">
                <a:solidFill>
                  <a:schemeClr val="bg1"/>
                </a:solidFill>
              </a:defRPr>
            </a:lvl1pPr>
            <a:lvl2pPr marL="0" indent="0" algn="l">
              <a:spcBef>
                <a:spcPts val="0"/>
              </a:spcBef>
              <a:buNone/>
              <a:defRPr sz="1600" b="1">
                <a:solidFill>
                  <a:schemeClr val="tx1"/>
                </a:solidFill>
              </a:defRPr>
            </a:lvl2pPr>
          </a:lstStyle>
          <a:p>
            <a:pPr lvl="0"/>
            <a:r>
              <a:rPr lang="en-GB" dirty="0"/>
              <a:t>Click to add text</a:t>
            </a:r>
          </a:p>
        </p:txBody>
      </p:sp>
      <p:sp>
        <p:nvSpPr>
          <p:cNvPr id="5" name="Title 1">
            <a:extLst>
              <a:ext uri="{FF2B5EF4-FFF2-40B4-BE49-F238E27FC236}">
                <a16:creationId xmlns:a16="http://schemas.microsoft.com/office/drawing/2014/main" id="{EE096C80-1D67-63A5-ED41-70881CF8BE80}"/>
              </a:ext>
            </a:extLst>
          </p:cNvPr>
          <p:cNvSpPr>
            <a:spLocks noGrp="1"/>
          </p:cNvSpPr>
          <p:nvPr>
            <p:ph type="title" hasCustomPrompt="1"/>
          </p:nvPr>
        </p:nvSpPr>
        <p:spPr>
          <a:xfrm>
            <a:off x="381000" y="365126"/>
            <a:ext cx="10181253" cy="810532"/>
          </a:xfrm>
        </p:spPr>
        <p:txBody>
          <a:bodyPr/>
          <a:lstStyle/>
          <a:p>
            <a:r>
              <a:rPr lang="en-PH" dirty="0"/>
              <a:t>Click to add title</a:t>
            </a:r>
          </a:p>
        </p:txBody>
      </p:sp>
      <p:sp>
        <p:nvSpPr>
          <p:cNvPr id="8" name="Rectangle 26">
            <a:extLst>
              <a:ext uri="{FF2B5EF4-FFF2-40B4-BE49-F238E27FC236}">
                <a16:creationId xmlns:a16="http://schemas.microsoft.com/office/drawing/2014/main" id="{5298790A-525F-FA96-AF84-7C33F0DA258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7" name="Picture 6">
            <a:extLst>
              <a:ext uri="{FF2B5EF4-FFF2-40B4-BE49-F238E27FC236}">
                <a16:creationId xmlns:a16="http://schemas.microsoft.com/office/drawing/2014/main" id="{E87B9157-EC30-AFB8-2364-1DC1EFF63E5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19786020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Quote-No photos-dark-mo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8254AA-3577-BC62-F570-CAA4EFFBFE6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2" name="Text Placeholder 21">
            <a:extLst>
              <a:ext uri="{FF2B5EF4-FFF2-40B4-BE49-F238E27FC236}">
                <a16:creationId xmlns:a16="http://schemas.microsoft.com/office/drawing/2014/main" id="{F16B6036-F475-4C72-B8D2-2A65E7CBE2A3}"/>
              </a:ext>
            </a:extLst>
          </p:cNvPr>
          <p:cNvSpPr>
            <a:spLocks noGrp="1"/>
          </p:cNvSpPr>
          <p:nvPr>
            <p:ph type="body" sz="quarter" idx="11" hasCustomPrompt="1"/>
          </p:nvPr>
        </p:nvSpPr>
        <p:spPr>
          <a:xfrm>
            <a:off x="381102" y="1247776"/>
            <a:ext cx="5335386" cy="3316605"/>
          </a:xfrm>
        </p:spPr>
        <p:txBody>
          <a:bodyPr>
            <a:noAutofit/>
          </a:bodyPr>
          <a:lstStyle>
            <a:lvl1pPr marL="0" indent="0">
              <a:buNone/>
              <a:defRPr sz="2800"/>
            </a:lvl1pPr>
            <a:lvl2pPr marL="0" indent="0">
              <a:buFont typeface="Arial" panose="020B0604020202020204" pitchFamily="34" charset="0"/>
              <a:buNone/>
              <a:defRPr/>
            </a:lvl2pPr>
          </a:lstStyle>
          <a:p>
            <a:pPr lvl="0"/>
            <a:r>
              <a:rPr lang="en-GB" dirty="0"/>
              <a:t>Click to add text</a:t>
            </a:r>
          </a:p>
        </p:txBody>
      </p:sp>
      <p:cxnSp>
        <p:nvCxnSpPr>
          <p:cNvPr id="23" name="Straight Connector 22">
            <a:extLst>
              <a:ext uri="{FF2B5EF4-FFF2-40B4-BE49-F238E27FC236}">
                <a16:creationId xmlns:a16="http://schemas.microsoft.com/office/drawing/2014/main" id="{B019A511-4556-413D-90A1-72DFACF82F59}"/>
              </a:ext>
            </a:extLst>
          </p:cNvPr>
          <p:cNvCxnSpPr>
            <a:cxnSpLocks/>
          </p:cNvCxnSpPr>
          <p:nvPr userDrawn="1"/>
        </p:nvCxnSpPr>
        <p:spPr>
          <a:xfrm flipV="1">
            <a:off x="6095999" y="1316831"/>
            <a:ext cx="0" cy="4898232"/>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6" name="Text Placeholder 21">
            <a:extLst>
              <a:ext uri="{FF2B5EF4-FFF2-40B4-BE49-F238E27FC236}">
                <a16:creationId xmlns:a16="http://schemas.microsoft.com/office/drawing/2014/main" id="{33BC8332-D34E-4D26-8FEE-507F8A718E39}"/>
              </a:ext>
            </a:extLst>
          </p:cNvPr>
          <p:cNvSpPr>
            <a:spLocks noGrp="1"/>
          </p:cNvSpPr>
          <p:nvPr>
            <p:ph type="body" sz="quarter" idx="18" hasCustomPrompt="1"/>
          </p:nvPr>
        </p:nvSpPr>
        <p:spPr>
          <a:xfrm>
            <a:off x="6477103" y="1247776"/>
            <a:ext cx="5335386" cy="3316605"/>
          </a:xfrm>
        </p:spPr>
        <p:txBody>
          <a:bodyPr>
            <a:noAutofit/>
          </a:bodyPr>
          <a:lstStyle>
            <a:lvl1pPr marL="0" indent="0">
              <a:buNone/>
              <a:defRPr sz="2800"/>
            </a:lvl1pPr>
            <a:lvl2pPr marL="0" indent="0">
              <a:buFont typeface="Arial" panose="020B0604020202020204" pitchFamily="34" charset="0"/>
              <a:buNone/>
              <a:defRPr/>
            </a:lvl2pPr>
          </a:lstStyle>
          <a:p>
            <a:pPr lvl="0"/>
            <a:r>
              <a:rPr lang="en-GB" dirty="0"/>
              <a:t>Click to add text</a:t>
            </a:r>
          </a:p>
        </p:txBody>
      </p:sp>
      <p:sp>
        <p:nvSpPr>
          <p:cNvPr id="2" name="Slide Number Placeholder 4">
            <a:extLst>
              <a:ext uri="{FF2B5EF4-FFF2-40B4-BE49-F238E27FC236}">
                <a16:creationId xmlns:a16="http://schemas.microsoft.com/office/drawing/2014/main" id="{0AD579E3-58D5-13A9-518D-D50C5ED76A3C}"/>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4" name="Title 1">
            <a:extLst>
              <a:ext uri="{FF2B5EF4-FFF2-40B4-BE49-F238E27FC236}">
                <a16:creationId xmlns:a16="http://schemas.microsoft.com/office/drawing/2014/main" id="{938915FE-D559-5B74-72A4-5242BBFE25A5}"/>
              </a:ext>
            </a:extLst>
          </p:cNvPr>
          <p:cNvSpPr>
            <a:spLocks noGrp="1"/>
          </p:cNvSpPr>
          <p:nvPr>
            <p:ph type="title" hasCustomPrompt="1"/>
          </p:nvPr>
        </p:nvSpPr>
        <p:spPr>
          <a:xfrm>
            <a:off x="381000" y="365126"/>
            <a:ext cx="10181253" cy="810532"/>
          </a:xfrm>
        </p:spPr>
        <p:txBody>
          <a:bodyPr/>
          <a:lstStyle/>
          <a:p>
            <a:r>
              <a:rPr lang="en-PH" dirty="0"/>
              <a:t>Click to add title</a:t>
            </a:r>
          </a:p>
        </p:txBody>
      </p:sp>
      <p:sp>
        <p:nvSpPr>
          <p:cNvPr id="3" name="Text Placeholder 21">
            <a:extLst>
              <a:ext uri="{FF2B5EF4-FFF2-40B4-BE49-F238E27FC236}">
                <a16:creationId xmlns:a16="http://schemas.microsoft.com/office/drawing/2014/main" id="{9EB79C36-B6D9-F21D-138C-03C492097DAD}"/>
              </a:ext>
            </a:extLst>
          </p:cNvPr>
          <p:cNvSpPr>
            <a:spLocks noGrp="1"/>
          </p:cNvSpPr>
          <p:nvPr>
            <p:ph type="body" sz="quarter" idx="15" hasCustomPrompt="1"/>
          </p:nvPr>
        </p:nvSpPr>
        <p:spPr>
          <a:xfrm>
            <a:off x="381001" y="5198874"/>
            <a:ext cx="5335486" cy="694870"/>
          </a:xfrm>
        </p:spPr>
        <p:txBody>
          <a:bodyPr anchor="ctr">
            <a:noAutofit/>
          </a:bodyPr>
          <a:lstStyle>
            <a:lvl1pPr algn="l">
              <a:spcBef>
                <a:spcPts val="0"/>
              </a:spcBef>
              <a:defRPr sz="1400" b="1">
                <a:solidFill>
                  <a:schemeClr val="bg1"/>
                </a:solidFill>
              </a:defRPr>
            </a:lvl1pPr>
            <a:lvl2pPr marL="0" indent="0" algn="l">
              <a:spcBef>
                <a:spcPts val="0"/>
              </a:spcBef>
              <a:buNone/>
              <a:defRPr sz="1600" b="1">
                <a:solidFill>
                  <a:schemeClr val="tx1"/>
                </a:solidFill>
              </a:defRPr>
            </a:lvl2pPr>
          </a:lstStyle>
          <a:p>
            <a:pPr lvl="0"/>
            <a:r>
              <a:rPr lang="en-GB" dirty="0"/>
              <a:t>Click to add text</a:t>
            </a:r>
          </a:p>
        </p:txBody>
      </p:sp>
      <p:sp>
        <p:nvSpPr>
          <p:cNvPr id="5" name="Text Placeholder 21">
            <a:extLst>
              <a:ext uri="{FF2B5EF4-FFF2-40B4-BE49-F238E27FC236}">
                <a16:creationId xmlns:a16="http://schemas.microsoft.com/office/drawing/2014/main" id="{1F5CAC3B-6F80-8AF3-BA14-53C773B9D145}"/>
              </a:ext>
            </a:extLst>
          </p:cNvPr>
          <p:cNvSpPr>
            <a:spLocks noGrp="1"/>
          </p:cNvSpPr>
          <p:nvPr>
            <p:ph type="body" sz="quarter" idx="38" hasCustomPrompt="1"/>
          </p:nvPr>
        </p:nvSpPr>
        <p:spPr>
          <a:xfrm>
            <a:off x="6475512" y="5198874"/>
            <a:ext cx="5335388" cy="694870"/>
          </a:xfrm>
        </p:spPr>
        <p:txBody>
          <a:bodyPr anchor="ctr">
            <a:noAutofit/>
          </a:bodyPr>
          <a:lstStyle>
            <a:lvl1pPr algn="l">
              <a:spcBef>
                <a:spcPts val="0"/>
              </a:spcBef>
              <a:defRPr sz="1400" b="1">
                <a:solidFill>
                  <a:schemeClr val="bg1"/>
                </a:solidFill>
              </a:defRPr>
            </a:lvl1pPr>
            <a:lvl2pPr marL="0" indent="0" algn="l">
              <a:spcBef>
                <a:spcPts val="0"/>
              </a:spcBef>
              <a:buNone/>
              <a:defRPr sz="1600" b="1">
                <a:solidFill>
                  <a:schemeClr val="tx1"/>
                </a:solidFill>
              </a:defRPr>
            </a:lvl2pPr>
          </a:lstStyle>
          <a:p>
            <a:pPr lvl="0"/>
            <a:r>
              <a:rPr lang="en-GB" dirty="0"/>
              <a:t>Click to add text</a:t>
            </a:r>
          </a:p>
        </p:txBody>
      </p:sp>
      <p:sp>
        <p:nvSpPr>
          <p:cNvPr id="8" name="Rectangle 26">
            <a:extLst>
              <a:ext uri="{FF2B5EF4-FFF2-40B4-BE49-F238E27FC236}">
                <a16:creationId xmlns:a16="http://schemas.microsoft.com/office/drawing/2014/main" id="{51109DD3-5E77-E754-D32E-275CED86E9E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7" name="Picture 6">
            <a:extLst>
              <a:ext uri="{FF2B5EF4-FFF2-40B4-BE49-F238E27FC236}">
                <a16:creationId xmlns:a16="http://schemas.microsoft.com/office/drawing/2014/main" id="{55553AB1-6DC1-2017-75FC-AA533F8D66A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7446140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 Image right-dark-mo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4312AF6-11E5-6A5E-7AF1-07EDC3BCD69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6001" y="1322388"/>
            <a:ext cx="6095999" cy="4887912"/>
          </a:xfrm>
          <a:noFill/>
        </p:spPr>
        <p:txBody>
          <a:bodyPr anchor="ctr"/>
          <a:lstStyle>
            <a:lvl1pPr algn="ctr">
              <a:defRPr baseline="0"/>
            </a:lvl1pPr>
          </a:lstStyle>
          <a:p>
            <a:r>
              <a:rPr lang="en-US"/>
              <a:t>Click icon or drag to insert image</a:t>
            </a:r>
          </a:p>
        </p:txBody>
      </p:sp>
      <p:sp>
        <p:nvSpPr>
          <p:cNvPr id="15" name="Text Placeholder 14"/>
          <p:cNvSpPr>
            <a:spLocks noGrp="1"/>
          </p:cNvSpPr>
          <p:nvPr>
            <p:ph type="body" sz="quarter" idx="14" hasCustomPrompt="1"/>
          </p:nvPr>
        </p:nvSpPr>
        <p:spPr>
          <a:xfrm>
            <a:off x="381182" y="1384314"/>
            <a:ext cx="5341789"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5" name="Content Placeholder 2">
            <a:extLst>
              <a:ext uri="{FF2B5EF4-FFF2-40B4-BE49-F238E27FC236}">
                <a16:creationId xmlns:a16="http://schemas.microsoft.com/office/drawing/2014/main" id="{F08F7688-534A-7970-3E0C-D627FF11775E}"/>
              </a:ext>
            </a:extLst>
          </p:cNvPr>
          <p:cNvSpPr>
            <a:spLocks noGrp="1"/>
          </p:cNvSpPr>
          <p:nvPr>
            <p:ph idx="1" hasCustomPrompt="1"/>
          </p:nvPr>
        </p:nvSpPr>
        <p:spPr>
          <a:xfrm>
            <a:off x="393731" y="1753386"/>
            <a:ext cx="5329160" cy="4456914"/>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itle 6">
            <a:extLst>
              <a:ext uri="{FF2B5EF4-FFF2-40B4-BE49-F238E27FC236}">
                <a16:creationId xmlns:a16="http://schemas.microsoft.com/office/drawing/2014/main" id="{396E5974-65D9-14C2-E953-EBE0B4B9D4A8}"/>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2" name="Slide Number Placeholder 4">
            <a:extLst>
              <a:ext uri="{FF2B5EF4-FFF2-40B4-BE49-F238E27FC236}">
                <a16:creationId xmlns:a16="http://schemas.microsoft.com/office/drawing/2014/main" id="{7E06007F-F7FD-A65E-2E78-4E32146F7900}"/>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7" name="Rectangle 26">
            <a:extLst>
              <a:ext uri="{FF2B5EF4-FFF2-40B4-BE49-F238E27FC236}">
                <a16:creationId xmlns:a16="http://schemas.microsoft.com/office/drawing/2014/main" id="{FC5D25F8-9BA6-99B6-8A4B-F138E0B3A782}"/>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3" name="Picture 6">
            <a:extLst>
              <a:ext uri="{FF2B5EF4-FFF2-40B4-BE49-F238E27FC236}">
                <a16:creationId xmlns:a16="http://schemas.microsoft.com/office/drawing/2014/main" id="{4E0C4BB8-0D54-33B8-044C-DD3AA58A35B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39738677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 Image-dark-mo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24CF87-C576-43F5-A55A-719E9B9587E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6001" y="0"/>
            <a:ext cx="6095999" cy="6761480"/>
          </a:xfrm>
          <a:noFill/>
        </p:spPr>
        <p:txBody>
          <a:bodyPr anchor="ctr"/>
          <a:lstStyle>
            <a:lvl1pPr marL="0" marR="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baseline="0"/>
            </a:lvl1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Click icon or drag to insert image</a:t>
            </a:r>
          </a:p>
        </p:txBody>
      </p:sp>
      <p:sp>
        <p:nvSpPr>
          <p:cNvPr id="15" name="Text Placeholder 14"/>
          <p:cNvSpPr>
            <a:spLocks noGrp="1"/>
          </p:cNvSpPr>
          <p:nvPr>
            <p:ph type="body" sz="quarter" idx="14" hasCustomPrompt="1"/>
          </p:nvPr>
        </p:nvSpPr>
        <p:spPr>
          <a:xfrm>
            <a:off x="381182" y="1384314"/>
            <a:ext cx="5341789" cy="276999"/>
          </a:xfrm>
        </p:spPr>
        <p:txBody>
          <a:bodyPr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5" name="Content Placeholder 2">
            <a:extLst>
              <a:ext uri="{FF2B5EF4-FFF2-40B4-BE49-F238E27FC236}">
                <a16:creationId xmlns:a16="http://schemas.microsoft.com/office/drawing/2014/main" id="{EFC28055-DDAD-2CBB-12DC-F23C69C8463B}"/>
              </a:ext>
            </a:extLst>
          </p:cNvPr>
          <p:cNvSpPr>
            <a:spLocks noGrp="1"/>
          </p:cNvSpPr>
          <p:nvPr>
            <p:ph idx="1" hasCustomPrompt="1"/>
          </p:nvPr>
        </p:nvSpPr>
        <p:spPr>
          <a:xfrm>
            <a:off x="393730" y="1753387"/>
            <a:ext cx="5329161" cy="3720300"/>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Title 1">
            <a:extLst>
              <a:ext uri="{FF2B5EF4-FFF2-40B4-BE49-F238E27FC236}">
                <a16:creationId xmlns:a16="http://schemas.microsoft.com/office/drawing/2014/main" id="{9F34E493-A0B9-B4E1-E6DF-EB2162A19B2D}"/>
              </a:ext>
            </a:extLst>
          </p:cNvPr>
          <p:cNvSpPr>
            <a:spLocks noGrp="1"/>
          </p:cNvSpPr>
          <p:nvPr>
            <p:ph type="title" hasCustomPrompt="1"/>
          </p:nvPr>
        </p:nvSpPr>
        <p:spPr>
          <a:xfrm>
            <a:off x="381000" y="365126"/>
            <a:ext cx="5341789" cy="810532"/>
          </a:xfrm>
        </p:spPr>
        <p:txBody>
          <a:bodyPr/>
          <a:lstStyle/>
          <a:p>
            <a:r>
              <a:rPr lang="en-PH" dirty="0"/>
              <a:t>Click to add title</a:t>
            </a:r>
          </a:p>
        </p:txBody>
      </p:sp>
      <p:sp>
        <p:nvSpPr>
          <p:cNvPr id="4" name="Rectangle 26">
            <a:extLst>
              <a:ext uri="{FF2B5EF4-FFF2-40B4-BE49-F238E27FC236}">
                <a16:creationId xmlns:a16="http://schemas.microsoft.com/office/drawing/2014/main" id="{A59F2EB3-801C-BFCD-FE1F-9438EA1B22D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Tree>
    <p:extLst>
      <p:ext uri="{BB962C8B-B14F-4D97-AF65-F5344CB8AC3E}">
        <p14:creationId xmlns:p14="http://schemas.microsoft.com/office/powerpoint/2010/main" val="476407368"/>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 Image left-dark-mo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B4C006-C914-A542-D857-D5D974307DDA}"/>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9" name="Text Placeholder 14">
            <a:extLst>
              <a:ext uri="{FF2B5EF4-FFF2-40B4-BE49-F238E27FC236}">
                <a16:creationId xmlns:a16="http://schemas.microsoft.com/office/drawing/2014/main" id="{88FDB257-6E85-C512-B079-E2BBDED9CFAF}"/>
              </a:ext>
            </a:extLst>
          </p:cNvPr>
          <p:cNvSpPr>
            <a:spLocks noGrp="1"/>
          </p:cNvSpPr>
          <p:nvPr>
            <p:ph type="body" sz="quarter" idx="14" hasCustomPrompt="1"/>
          </p:nvPr>
        </p:nvSpPr>
        <p:spPr>
          <a:xfrm>
            <a:off x="5077046" y="1384314"/>
            <a:ext cx="6734587" cy="276999"/>
          </a:xfrm>
        </p:spPr>
        <p:txBody>
          <a:bodyPr wrap="square" tIns="0" anchor="b" anchorCtr="0">
            <a:spAutoFit/>
          </a:bodyPr>
          <a:lstStyle>
            <a:lvl1pPr marL="0" indent="0">
              <a:lnSpc>
                <a:spcPct val="90000"/>
              </a:lnSpc>
              <a:spcBef>
                <a:spcPts val="500"/>
              </a:spcBef>
              <a:buNone/>
              <a:defRPr sz="2000" b="1"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11" name="Picture Placeholder 13">
            <a:extLst>
              <a:ext uri="{FF2B5EF4-FFF2-40B4-BE49-F238E27FC236}">
                <a16:creationId xmlns:a16="http://schemas.microsoft.com/office/drawing/2014/main" id="{0709A939-5C3B-F61B-5CC1-61C7175613E0}"/>
              </a:ext>
            </a:extLst>
          </p:cNvPr>
          <p:cNvSpPr>
            <a:spLocks noGrp="1"/>
          </p:cNvSpPr>
          <p:nvPr>
            <p:ph type="pic" sz="quarter" idx="15" hasCustomPrompt="1"/>
          </p:nvPr>
        </p:nvSpPr>
        <p:spPr>
          <a:xfrm>
            <a:off x="1" y="0"/>
            <a:ext cx="4747407" cy="6761480"/>
          </a:xfrm>
          <a:noFill/>
        </p:spPr>
        <p:txBody>
          <a:bodyPr anchor="ctr"/>
          <a:lstStyle>
            <a:lvl1pPr algn="ctr">
              <a:defRPr baseline="0"/>
            </a:lvl1pPr>
          </a:lstStyle>
          <a:p>
            <a:r>
              <a:rPr lang="en-US"/>
              <a:t>Click icon or drag to insert image</a:t>
            </a:r>
          </a:p>
        </p:txBody>
      </p:sp>
      <p:sp>
        <p:nvSpPr>
          <p:cNvPr id="3" name="Content Placeholder 2">
            <a:extLst>
              <a:ext uri="{FF2B5EF4-FFF2-40B4-BE49-F238E27FC236}">
                <a16:creationId xmlns:a16="http://schemas.microsoft.com/office/drawing/2014/main" id="{6A30D00B-E72D-393A-23B7-9EE3CBF2F08F}"/>
              </a:ext>
            </a:extLst>
          </p:cNvPr>
          <p:cNvSpPr>
            <a:spLocks noGrp="1"/>
          </p:cNvSpPr>
          <p:nvPr>
            <p:ph idx="1" hasCustomPrompt="1"/>
          </p:nvPr>
        </p:nvSpPr>
        <p:spPr>
          <a:xfrm>
            <a:off x="5076964" y="1753386"/>
            <a:ext cx="6734587" cy="4072379"/>
          </a:xfrm>
        </p:spPr>
        <p:txBody>
          <a:bodyPr>
            <a:noAutofit/>
          </a:bodyPr>
          <a:lstStyle>
            <a:lvl1pPr marL="0" indent="0">
              <a:buNone/>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Slide Number Placeholder 4">
            <a:extLst>
              <a:ext uri="{FF2B5EF4-FFF2-40B4-BE49-F238E27FC236}">
                <a16:creationId xmlns:a16="http://schemas.microsoft.com/office/drawing/2014/main" id="{53B20EF2-1367-C57E-4526-3C4624C9F129}"/>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5" name="Title 1">
            <a:extLst>
              <a:ext uri="{FF2B5EF4-FFF2-40B4-BE49-F238E27FC236}">
                <a16:creationId xmlns:a16="http://schemas.microsoft.com/office/drawing/2014/main" id="{B38074DB-E037-F348-76F2-4E817DAF4E50}"/>
              </a:ext>
            </a:extLst>
          </p:cNvPr>
          <p:cNvSpPr>
            <a:spLocks noGrp="1"/>
          </p:cNvSpPr>
          <p:nvPr>
            <p:ph type="title" hasCustomPrompt="1"/>
          </p:nvPr>
        </p:nvSpPr>
        <p:spPr>
          <a:xfrm>
            <a:off x="5076964" y="365126"/>
            <a:ext cx="5485289" cy="810532"/>
          </a:xfrm>
        </p:spPr>
        <p:txBody>
          <a:bodyPr/>
          <a:lstStyle/>
          <a:p>
            <a:r>
              <a:rPr lang="en-PH" dirty="0"/>
              <a:t>Click to add title</a:t>
            </a:r>
          </a:p>
        </p:txBody>
      </p:sp>
      <p:sp>
        <p:nvSpPr>
          <p:cNvPr id="6" name="Rectangle 26">
            <a:extLst>
              <a:ext uri="{FF2B5EF4-FFF2-40B4-BE49-F238E27FC236}">
                <a16:creationId xmlns:a16="http://schemas.microsoft.com/office/drawing/2014/main" id="{9C6F8A99-4A5F-C828-039D-B31DF20D5AB8}"/>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2" name="Picture 6">
            <a:extLst>
              <a:ext uri="{FF2B5EF4-FFF2-40B4-BE49-F238E27FC236}">
                <a16:creationId xmlns:a16="http://schemas.microsoft.com/office/drawing/2014/main" id="{8EA4BF86-B3D0-9AAA-2AF3-CAEC8AF58EE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588693490"/>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ix Photos-dark-mo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DC50DF1-D08C-C602-066C-71BB5346F70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381100" y="1295145"/>
            <a:ext cx="3643287" cy="2407920"/>
          </a:xfrm>
        </p:spPr>
        <p:txBody>
          <a:bodyPr anchor="ctr"/>
          <a:lstStyle>
            <a:lvl1pPr marL="0" indent="0" algn="ctr">
              <a:buNone/>
              <a:defRPr/>
            </a:lvl1pPr>
          </a:lstStyle>
          <a:p>
            <a:r>
              <a:rPr lang="en-GB"/>
              <a:t>Click icon to add picture</a:t>
            </a:r>
            <a:endParaRPr lang="en-US"/>
          </a:p>
        </p:txBody>
      </p:sp>
      <p:sp>
        <p:nvSpPr>
          <p:cNvPr id="19" name="Picture Placeholder 5">
            <a:extLst>
              <a:ext uri="{FF2B5EF4-FFF2-40B4-BE49-F238E27FC236}">
                <a16:creationId xmlns:a16="http://schemas.microsoft.com/office/drawing/2014/main" id="{539C5952-9101-40EA-8EFD-F1D60A1A9A08}"/>
              </a:ext>
            </a:extLst>
          </p:cNvPr>
          <p:cNvSpPr>
            <a:spLocks noGrp="1"/>
          </p:cNvSpPr>
          <p:nvPr>
            <p:ph type="pic" sz="quarter" idx="29"/>
          </p:nvPr>
        </p:nvSpPr>
        <p:spPr>
          <a:xfrm>
            <a:off x="4273564" y="1295145"/>
            <a:ext cx="3643287" cy="2407920"/>
          </a:xfrm>
        </p:spPr>
        <p:txBody>
          <a:bodyPr anchor="ctr"/>
          <a:lstStyle>
            <a:lvl1pPr marL="0" indent="0" algn="ctr">
              <a:buNone/>
              <a:defRPr/>
            </a:lvl1pPr>
          </a:lstStyle>
          <a:p>
            <a:r>
              <a:rPr lang="en-GB"/>
              <a:t>Click icon to add picture</a:t>
            </a:r>
            <a:endParaRPr lang="en-US"/>
          </a:p>
        </p:txBody>
      </p:sp>
      <p:sp>
        <p:nvSpPr>
          <p:cNvPr id="20" name="Picture Placeholder 5">
            <a:extLst>
              <a:ext uri="{FF2B5EF4-FFF2-40B4-BE49-F238E27FC236}">
                <a16:creationId xmlns:a16="http://schemas.microsoft.com/office/drawing/2014/main" id="{6493EF8F-CCE9-4B2B-A7E6-77DBCC02838A}"/>
              </a:ext>
            </a:extLst>
          </p:cNvPr>
          <p:cNvSpPr>
            <a:spLocks noGrp="1"/>
          </p:cNvSpPr>
          <p:nvPr>
            <p:ph type="pic" sz="quarter" idx="30"/>
          </p:nvPr>
        </p:nvSpPr>
        <p:spPr>
          <a:xfrm>
            <a:off x="8166027" y="1295145"/>
            <a:ext cx="3643287" cy="2407920"/>
          </a:xfrm>
        </p:spPr>
        <p:txBody>
          <a:bodyPr anchor="ctr"/>
          <a:lstStyle>
            <a:lvl1pPr marL="0" indent="0" algn="ctr">
              <a:buNone/>
              <a:defRPr/>
            </a:lvl1pPr>
          </a:lstStyle>
          <a:p>
            <a:r>
              <a:rPr lang="en-GB"/>
              <a:t>Click icon to add picture</a:t>
            </a:r>
            <a:endParaRPr lang="en-US"/>
          </a:p>
        </p:txBody>
      </p:sp>
      <p:sp>
        <p:nvSpPr>
          <p:cNvPr id="27" name="Picture Placeholder 5">
            <a:extLst>
              <a:ext uri="{FF2B5EF4-FFF2-40B4-BE49-F238E27FC236}">
                <a16:creationId xmlns:a16="http://schemas.microsoft.com/office/drawing/2014/main" id="{4D42B27E-18C9-491F-981A-22AFA3A63254}"/>
              </a:ext>
            </a:extLst>
          </p:cNvPr>
          <p:cNvSpPr>
            <a:spLocks noGrp="1"/>
          </p:cNvSpPr>
          <p:nvPr>
            <p:ph type="pic" sz="quarter" idx="31"/>
          </p:nvPr>
        </p:nvSpPr>
        <p:spPr>
          <a:xfrm>
            <a:off x="381100" y="3927220"/>
            <a:ext cx="3643287" cy="2407920"/>
          </a:xfrm>
        </p:spPr>
        <p:txBody>
          <a:bodyPr anchor="ctr"/>
          <a:lstStyle>
            <a:lvl1pPr marL="0" indent="0" algn="ctr">
              <a:buNone/>
              <a:defRPr/>
            </a:lvl1pPr>
          </a:lstStyle>
          <a:p>
            <a:r>
              <a:rPr lang="en-GB"/>
              <a:t>Click icon to add picture</a:t>
            </a:r>
            <a:endParaRPr lang="en-US"/>
          </a:p>
        </p:txBody>
      </p:sp>
      <p:sp>
        <p:nvSpPr>
          <p:cNvPr id="28" name="Picture Placeholder 5">
            <a:extLst>
              <a:ext uri="{FF2B5EF4-FFF2-40B4-BE49-F238E27FC236}">
                <a16:creationId xmlns:a16="http://schemas.microsoft.com/office/drawing/2014/main" id="{1BCAF74B-6018-4C57-A90E-AB54A58B1470}"/>
              </a:ext>
            </a:extLst>
          </p:cNvPr>
          <p:cNvSpPr>
            <a:spLocks noGrp="1"/>
          </p:cNvSpPr>
          <p:nvPr>
            <p:ph type="pic" sz="quarter" idx="32"/>
          </p:nvPr>
        </p:nvSpPr>
        <p:spPr>
          <a:xfrm>
            <a:off x="4273564" y="3927220"/>
            <a:ext cx="3643287" cy="2407920"/>
          </a:xfrm>
        </p:spPr>
        <p:txBody>
          <a:bodyPr anchor="ctr"/>
          <a:lstStyle>
            <a:lvl1pPr marL="0" indent="0" algn="ctr">
              <a:buNone/>
              <a:defRPr/>
            </a:lvl1pPr>
          </a:lstStyle>
          <a:p>
            <a:r>
              <a:rPr lang="en-GB"/>
              <a:t>Click icon to add picture</a:t>
            </a:r>
            <a:endParaRPr lang="en-US"/>
          </a:p>
        </p:txBody>
      </p:sp>
      <p:sp>
        <p:nvSpPr>
          <p:cNvPr id="29" name="Picture Placeholder 5">
            <a:extLst>
              <a:ext uri="{FF2B5EF4-FFF2-40B4-BE49-F238E27FC236}">
                <a16:creationId xmlns:a16="http://schemas.microsoft.com/office/drawing/2014/main" id="{61217ED4-3DF8-4495-9467-ABDA716D4CF1}"/>
              </a:ext>
            </a:extLst>
          </p:cNvPr>
          <p:cNvSpPr>
            <a:spLocks noGrp="1"/>
          </p:cNvSpPr>
          <p:nvPr>
            <p:ph type="pic" sz="quarter" idx="33"/>
          </p:nvPr>
        </p:nvSpPr>
        <p:spPr>
          <a:xfrm>
            <a:off x="8166027" y="3927220"/>
            <a:ext cx="3643287" cy="2407920"/>
          </a:xfrm>
        </p:spPr>
        <p:txBody>
          <a:bodyPr anchor="ctr"/>
          <a:lstStyle>
            <a:lvl1pPr marL="0" indent="0" algn="ctr">
              <a:buNone/>
              <a:defRPr/>
            </a:lvl1pPr>
          </a:lstStyle>
          <a:p>
            <a:r>
              <a:rPr lang="en-GB"/>
              <a:t>Click icon to add picture</a:t>
            </a:r>
            <a:endParaRPr lang="en-US"/>
          </a:p>
        </p:txBody>
      </p:sp>
      <p:sp>
        <p:nvSpPr>
          <p:cNvPr id="2" name="Title 6">
            <a:extLst>
              <a:ext uri="{FF2B5EF4-FFF2-40B4-BE49-F238E27FC236}">
                <a16:creationId xmlns:a16="http://schemas.microsoft.com/office/drawing/2014/main" id="{F50C5860-AB3E-5F20-190B-C42537A60141}"/>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3" name="Slide Number Placeholder 4">
            <a:extLst>
              <a:ext uri="{FF2B5EF4-FFF2-40B4-BE49-F238E27FC236}">
                <a16:creationId xmlns:a16="http://schemas.microsoft.com/office/drawing/2014/main" id="{06A4B7F7-A434-4362-2786-E208428C5836}"/>
              </a:ext>
            </a:extLst>
          </p:cNvPr>
          <p:cNvSpPr>
            <a:spLocks noGrp="1"/>
          </p:cNvSpPr>
          <p:nvPr>
            <p:ph type="sldNum" sz="quarter" idx="34"/>
          </p:nvPr>
        </p:nvSpPr>
        <p:spPr>
          <a:xfrm>
            <a:off x="11353800" y="6373164"/>
            <a:ext cx="457200" cy="314382"/>
          </a:xfrm>
        </p:spPr>
        <p:txBody>
          <a:bodyPr/>
          <a:lstStyle/>
          <a:p>
            <a:fld id="{324C0A44-AD9E-49C7-A6F8-E7DA309B6D4F}" type="slidenum">
              <a:rPr lang="en-US" smtClean="0"/>
              <a:pPr/>
              <a:t>‹#›</a:t>
            </a:fld>
            <a:endParaRPr lang="en-US" dirty="0"/>
          </a:p>
        </p:txBody>
      </p:sp>
      <p:sp>
        <p:nvSpPr>
          <p:cNvPr id="6" name="Rectangle 26">
            <a:extLst>
              <a:ext uri="{FF2B5EF4-FFF2-40B4-BE49-F238E27FC236}">
                <a16:creationId xmlns:a16="http://schemas.microsoft.com/office/drawing/2014/main" id="{B8420D37-9930-BE2B-DB86-25542F6E6D3D}"/>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3FFEDFD5-0A3A-B778-CCB7-02549C59676B}"/>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71404902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meline Table-dark-mo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69C10F-2B45-3705-3007-E75F5629AEB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381101" y="1322388"/>
            <a:ext cx="11429800" cy="4887912"/>
          </a:xfrm>
        </p:spPr>
        <p:txBody>
          <a:bodyPr anchor="ctr"/>
          <a:lstStyle>
            <a:lvl1pPr marL="0" indent="0" algn="ctr">
              <a:buNone/>
              <a:defRPr/>
            </a:lvl1pPr>
          </a:lstStyle>
          <a:p>
            <a:r>
              <a:rPr lang="en-GB"/>
              <a:t>Click icon to add table</a:t>
            </a:r>
            <a:endParaRPr lang="en-US"/>
          </a:p>
        </p:txBody>
      </p:sp>
      <p:sp>
        <p:nvSpPr>
          <p:cNvPr id="7" name="Title 6">
            <a:extLst>
              <a:ext uri="{FF2B5EF4-FFF2-40B4-BE49-F238E27FC236}">
                <a16:creationId xmlns:a16="http://schemas.microsoft.com/office/drawing/2014/main" id="{D06F8458-66E1-4B4A-BC40-DD2CDA42EB1C}"/>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2" name="Slide Number Placeholder 4">
            <a:extLst>
              <a:ext uri="{FF2B5EF4-FFF2-40B4-BE49-F238E27FC236}">
                <a16:creationId xmlns:a16="http://schemas.microsoft.com/office/drawing/2014/main" id="{7F358DE1-7065-D151-EBEC-D83CD163417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5" name="Rectangle 26">
            <a:extLst>
              <a:ext uri="{FF2B5EF4-FFF2-40B4-BE49-F238E27FC236}">
                <a16:creationId xmlns:a16="http://schemas.microsoft.com/office/drawing/2014/main" id="{A9490E16-B031-2A46-8848-2C438C9013B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3" name="Picture 6">
            <a:extLst>
              <a:ext uri="{FF2B5EF4-FFF2-40B4-BE49-F238E27FC236}">
                <a16:creationId xmlns:a16="http://schemas.microsoft.com/office/drawing/2014/main" id="{89E4E15A-9E1C-149C-406E-3C54D101CA1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85586224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US Map-dark-mo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C98D92-5274-981D-7260-C44055A7E8C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60" name="Graphic 59">
            <a:extLst>
              <a:ext uri="{FF2B5EF4-FFF2-40B4-BE49-F238E27FC236}">
                <a16:creationId xmlns:a16="http://schemas.microsoft.com/office/drawing/2014/main" id="{840C049C-A046-B990-4E60-AA40B6AD816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998787" y="1398832"/>
            <a:ext cx="7784915" cy="5088179"/>
          </a:xfrm>
          <a:prstGeom prst="rect">
            <a:avLst/>
          </a:prstGeom>
        </p:spPr>
      </p:pic>
      <p:sp>
        <p:nvSpPr>
          <p:cNvPr id="64" name="Text Placeholder 63">
            <a:extLst>
              <a:ext uri="{FF2B5EF4-FFF2-40B4-BE49-F238E27FC236}">
                <a16:creationId xmlns:a16="http://schemas.microsoft.com/office/drawing/2014/main" id="{6A78AED2-D80F-486D-9A5F-7BE35FD8D646}"/>
              </a:ext>
            </a:extLst>
          </p:cNvPr>
          <p:cNvSpPr>
            <a:spLocks noGrp="1"/>
          </p:cNvSpPr>
          <p:nvPr>
            <p:ph type="body" sz="quarter" idx="14" hasCustomPrompt="1"/>
          </p:nvPr>
        </p:nvSpPr>
        <p:spPr>
          <a:xfrm>
            <a:off x="8908928" y="2376238"/>
            <a:ext cx="407195" cy="491402"/>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0" rIns="731520" anchor="ctr" anchorCtr="0">
            <a:noAutofit/>
          </a:bodyPr>
          <a:lstStyle>
            <a:lvl1pPr marL="0" indent="0" algn="r">
              <a:buNone/>
              <a:defRPr sz="2400" b="1"/>
            </a:lvl1pPr>
          </a:lstStyle>
          <a:p>
            <a:pPr lvl="0"/>
            <a:r>
              <a:rPr lang="en-US" dirty="0"/>
              <a:t>New York HQ</a:t>
            </a:r>
          </a:p>
        </p:txBody>
      </p:sp>
      <p:sp>
        <p:nvSpPr>
          <p:cNvPr id="3" name="Title 6">
            <a:extLst>
              <a:ext uri="{FF2B5EF4-FFF2-40B4-BE49-F238E27FC236}">
                <a16:creationId xmlns:a16="http://schemas.microsoft.com/office/drawing/2014/main" id="{E6CEE99A-D840-C23C-397E-4B243E9C5CDA}"/>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2" name="Slide Number Placeholder 4">
            <a:extLst>
              <a:ext uri="{FF2B5EF4-FFF2-40B4-BE49-F238E27FC236}">
                <a16:creationId xmlns:a16="http://schemas.microsoft.com/office/drawing/2014/main" id="{BE58B877-85EA-76FC-5AF2-E9060F56FE73}"/>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6" name="Rectangle 26">
            <a:extLst>
              <a:ext uri="{FF2B5EF4-FFF2-40B4-BE49-F238E27FC236}">
                <a16:creationId xmlns:a16="http://schemas.microsoft.com/office/drawing/2014/main" id="{23DB3E50-B8C1-3BC8-0CAA-B85D61B5DA3E}"/>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4" name="Picture 6">
            <a:extLst>
              <a:ext uri="{FF2B5EF4-FFF2-40B4-BE49-F238E27FC236}">
                <a16:creationId xmlns:a16="http://schemas.microsoft.com/office/drawing/2014/main" id="{33713D58-2DAF-5675-5826-885823D2C39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860945731"/>
      </p:ext>
    </p:extLst>
  </p:cSld>
  <p:clrMapOvr>
    <a:masterClrMapping/>
  </p:clrMapOvr>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World Map-dark-mode">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CB1EA0-5949-5BB4-FD89-022AB591653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7" name="Graphic 6">
            <a:extLst>
              <a:ext uri="{FF2B5EF4-FFF2-40B4-BE49-F238E27FC236}">
                <a16:creationId xmlns:a16="http://schemas.microsoft.com/office/drawing/2014/main" id="{6AAD0996-EC40-128C-4A95-24B96B6FF4A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54680" y="1258981"/>
            <a:ext cx="10381787" cy="5114180"/>
          </a:xfrm>
          <a:prstGeom prst="rect">
            <a:avLst/>
          </a:prstGeom>
        </p:spPr>
      </p:pic>
      <p:sp>
        <p:nvSpPr>
          <p:cNvPr id="560" name="Text Placeholder 553">
            <a:extLst>
              <a:ext uri="{FF2B5EF4-FFF2-40B4-BE49-F238E27FC236}">
                <a16:creationId xmlns:a16="http://schemas.microsoft.com/office/drawing/2014/main" id="{D912895C-B21A-4D2F-8D0B-7647A17FE88C}"/>
              </a:ext>
            </a:extLst>
          </p:cNvPr>
          <p:cNvSpPr>
            <a:spLocks noGrp="1"/>
          </p:cNvSpPr>
          <p:nvPr>
            <p:ph type="body" sz="quarter" idx="14" hasCustomPrompt="1"/>
          </p:nvPr>
        </p:nvSpPr>
        <p:spPr>
          <a:xfrm>
            <a:off x="6109702" y="2595775"/>
            <a:ext cx="470708" cy="568049"/>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640080" anchor="ctr" anchorCtr="0">
            <a:noAutofit/>
          </a:bodyPr>
          <a:lstStyle>
            <a:lvl1pPr marL="0" indent="0">
              <a:buNone/>
              <a:defRPr sz="2400" b="1"/>
            </a:lvl1pPr>
          </a:lstStyle>
          <a:p>
            <a:pPr lvl="0"/>
            <a:r>
              <a:rPr lang="en-US" dirty="0"/>
              <a:t>Bucharest, Romania</a:t>
            </a:r>
          </a:p>
        </p:txBody>
      </p:sp>
      <p:sp>
        <p:nvSpPr>
          <p:cNvPr id="2" name="Title 6">
            <a:extLst>
              <a:ext uri="{FF2B5EF4-FFF2-40B4-BE49-F238E27FC236}">
                <a16:creationId xmlns:a16="http://schemas.microsoft.com/office/drawing/2014/main" id="{AB6EADF3-371B-7A8E-C9E0-7A7225A23A03}"/>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3" name="Slide Number Placeholder 4">
            <a:extLst>
              <a:ext uri="{FF2B5EF4-FFF2-40B4-BE49-F238E27FC236}">
                <a16:creationId xmlns:a16="http://schemas.microsoft.com/office/drawing/2014/main" id="{B9253438-5274-80B6-0577-F2E0DCD931A7}"/>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6" name="Rectangle 26">
            <a:extLst>
              <a:ext uri="{FF2B5EF4-FFF2-40B4-BE49-F238E27FC236}">
                <a16:creationId xmlns:a16="http://schemas.microsoft.com/office/drawing/2014/main" id="{7D335A91-3F72-182B-E4A2-8D8DB4BCE171}"/>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5" name="Picture 6">
            <a:extLst>
              <a:ext uri="{FF2B5EF4-FFF2-40B4-BE49-F238E27FC236}">
                <a16:creationId xmlns:a16="http://schemas.microsoft.com/office/drawing/2014/main" id="{58685212-F370-CABE-CB8D-C3B9B5FF23D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549340981"/>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emo Video-orange-dark-mode">
    <p:bg>
      <p:bgPr>
        <a:solidFill>
          <a:schemeClr val="tx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EE79E2C-044B-0FCE-5659-6333514625B2}"/>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Rectangle 4">
            <a:extLst>
              <a:ext uri="{FF2B5EF4-FFF2-40B4-BE49-F238E27FC236}">
                <a16:creationId xmlns:a16="http://schemas.microsoft.com/office/drawing/2014/main" id="{ED8CC0EE-3684-1C4F-014D-17BE89707B63}"/>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FA461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US" sz="1600" dirty="0">
              <a:solidFill>
                <a:schemeClr val="tx1"/>
              </a:solidFill>
              <a:latin typeface="Arial"/>
              <a:cs typeface="Arial"/>
              <a:sym typeface="Arial"/>
            </a:endParaRPr>
          </a:p>
        </p:txBody>
      </p:sp>
      <p:sp>
        <p:nvSpPr>
          <p:cNvPr id="12" name="Title 1">
            <a:extLst>
              <a:ext uri="{FF2B5EF4-FFF2-40B4-BE49-F238E27FC236}">
                <a16:creationId xmlns:a16="http://schemas.microsoft.com/office/drawing/2014/main" id="{79277D35-3A49-7880-0079-BBA83D44733E}"/>
              </a:ext>
            </a:extLst>
          </p:cNvPr>
          <p:cNvSpPr>
            <a:spLocks noGrp="1"/>
          </p:cNvSpPr>
          <p:nvPr>
            <p:ph type="title" hasCustomPrompt="1"/>
          </p:nvPr>
        </p:nvSpPr>
        <p:spPr>
          <a:xfrm>
            <a:off x="381000" y="1583771"/>
            <a:ext cx="4076699" cy="44572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13" name="Content Placeholder 2">
            <a:extLst>
              <a:ext uri="{FF2B5EF4-FFF2-40B4-BE49-F238E27FC236}">
                <a16:creationId xmlns:a16="http://schemas.microsoft.com/office/drawing/2014/main" id="{1BDCD1AB-C397-81C3-E3C5-C6380721DA27}"/>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pic>
        <p:nvPicPr>
          <p:cNvPr id="24" name="Picture 23" descr="A picture containing text, indoor, monitor, computer&#10;&#10;Description automatically generated">
            <a:extLst>
              <a:ext uri="{FF2B5EF4-FFF2-40B4-BE49-F238E27FC236}">
                <a16:creationId xmlns:a16="http://schemas.microsoft.com/office/drawing/2014/main" id="{3D60725F-C1C4-18EC-3A6A-7F5BBAE42AC1}"/>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25" name="Media Placeholder 6">
            <a:extLst>
              <a:ext uri="{FF2B5EF4-FFF2-40B4-BE49-F238E27FC236}">
                <a16:creationId xmlns:a16="http://schemas.microsoft.com/office/drawing/2014/main" id="{B5E89410-82EE-8517-CB0F-31F3A8CFF2BF}"/>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6" name="Picture Placeholder 3">
            <a:extLst>
              <a:ext uri="{FF2B5EF4-FFF2-40B4-BE49-F238E27FC236}">
                <a16:creationId xmlns:a16="http://schemas.microsoft.com/office/drawing/2014/main" id="{8CA1A1F8-F5AB-9534-B9D5-D59825B1AC06}"/>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a:p>
        </p:txBody>
      </p:sp>
      <p:sp>
        <p:nvSpPr>
          <p:cNvPr id="2" name="Rectangle 26">
            <a:extLst>
              <a:ext uri="{FF2B5EF4-FFF2-40B4-BE49-F238E27FC236}">
                <a16:creationId xmlns:a16="http://schemas.microsoft.com/office/drawing/2014/main" id="{2CE08A71-23CD-F432-A23D-E745679D6C93}"/>
              </a:ext>
            </a:extLst>
          </p:cNvPr>
          <p:cNvSpPr/>
          <p:nvPr userDrawn="1"/>
        </p:nvSpPr>
        <p:spPr>
          <a:xfrm>
            <a:off x="501" y="6761480"/>
            <a:ext cx="12191499"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4" name="Slide Number Placeholder 4">
            <a:extLst>
              <a:ext uri="{FF2B5EF4-FFF2-40B4-BE49-F238E27FC236}">
                <a16:creationId xmlns:a16="http://schemas.microsoft.com/office/drawing/2014/main" id="{8E648841-41C1-DD7A-819F-CEEC10C811E5}"/>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3" name="Picture 6">
            <a:extLst>
              <a:ext uri="{FF2B5EF4-FFF2-40B4-BE49-F238E27FC236}">
                <a16:creationId xmlns:a16="http://schemas.microsoft.com/office/drawing/2014/main" id="{B753A621-8B73-0D1A-CC55-02576E327C6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2761919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Demo Video-teal-dark-mo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2DEFB5-43F4-7B11-953B-9FE4E95295E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Rectangle 4">
            <a:extLst>
              <a:ext uri="{FF2B5EF4-FFF2-40B4-BE49-F238E27FC236}">
                <a16:creationId xmlns:a16="http://schemas.microsoft.com/office/drawing/2014/main" id="{ED8CC0EE-3684-1C4F-014D-17BE89707B63}"/>
              </a:ext>
            </a:extLst>
          </p:cNvPr>
          <p:cNvSpPr>
            <a:spLocks noGrp="1" noRot="1" noMove="1" noResize="1" noEditPoints="1" noAdjustHandles="1" noChangeArrowheads="1" noChangeShapeType="1"/>
          </p:cNvSpPr>
          <p:nvPr userDrawn="1"/>
        </p:nvSpPr>
        <p:spPr>
          <a:xfrm>
            <a:off x="0" y="0"/>
            <a:ext cx="6096000" cy="6858000"/>
          </a:xfrm>
          <a:prstGeom prst="rect">
            <a:avLst/>
          </a:prstGeom>
          <a:solidFill>
            <a:srgbClr val="0BA2B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noAutofit/>
          </a:bodyPr>
          <a:lstStyle/>
          <a:p>
            <a:pPr algn="l" defTabSz="457200" hangingPunct="0"/>
            <a:endParaRPr lang="en-US" sz="1600" dirty="0">
              <a:solidFill>
                <a:schemeClr val="tx1"/>
              </a:solidFill>
              <a:latin typeface="Arial"/>
              <a:cs typeface="Arial"/>
              <a:sym typeface="Arial"/>
            </a:endParaRPr>
          </a:p>
        </p:txBody>
      </p:sp>
      <p:pic>
        <p:nvPicPr>
          <p:cNvPr id="8" name="Picture 7" descr="A picture containing text, indoor, monitor, computer&#10;&#10;Description automatically generated">
            <a:extLst>
              <a:ext uri="{FF2B5EF4-FFF2-40B4-BE49-F238E27FC236}">
                <a16:creationId xmlns:a16="http://schemas.microsoft.com/office/drawing/2014/main" id="{E5AC4611-CF2A-4544-EECC-A2859AAC4D2D}"/>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10" name="Media Placeholder 6">
            <a:extLst>
              <a:ext uri="{FF2B5EF4-FFF2-40B4-BE49-F238E27FC236}">
                <a16:creationId xmlns:a16="http://schemas.microsoft.com/office/drawing/2014/main" id="{6019A792-5A23-1319-A310-5ED831A62B6A}"/>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9" name="Rectangle 26">
            <a:extLst>
              <a:ext uri="{FF2B5EF4-FFF2-40B4-BE49-F238E27FC236}">
                <a16:creationId xmlns:a16="http://schemas.microsoft.com/office/drawing/2014/main" id="{9DF8A157-8F31-D763-8E6E-7703E56D3F0E}"/>
              </a:ext>
            </a:extLst>
          </p:cNvPr>
          <p:cNvSpPr>
            <a:spLocks noGrp="1" noRot="1" noMove="1" noResize="1" noEditPoints="1" noAdjustHandles="1" noChangeArrowheads="1" noChangeShapeType="1"/>
          </p:cNvSpPr>
          <p:nvPr userDrawn="1"/>
        </p:nvSpPr>
        <p:spPr>
          <a:xfrm>
            <a:off x="501" y="6761480"/>
            <a:ext cx="12191499" cy="96520"/>
          </a:xfrm>
          <a:prstGeom prst="rect">
            <a:avLst/>
          </a:prstGeom>
          <a:solidFill>
            <a:schemeClr val="accent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6" name="Title 1">
            <a:extLst>
              <a:ext uri="{FF2B5EF4-FFF2-40B4-BE49-F238E27FC236}">
                <a16:creationId xmlns:a16="http://schemas.microsoft.com/office/drawing/2014/main" id="{CE40553F-42E6-97FB-887D-FB9942869334}"/>
              </a:ext>
            </a:extLst>
          </p:cNvPr>
          <p:cNvSpPr>
            <a:spLocks noGrp="1"/>
          </p:cNvSpPr>
          <p:nvPr>
            <p:ph type="title" hasCustomPrompt="1"/>
          </p:nvPr>
        </p:nvSpPr>
        <p:spPr>
          <a:xfrm>
            <a:off x="381000" y="1583771"/>
            <a:ext cx="4076699" cy="445722"/>
          </a:xfrm>
        </p:spPr>
        <p:txBody>
          <a:bodyPr>
            <a:noAutofit/>
          </a:bodyPr>
          <a:lstStyle>
            <a:lvl1pPr>
              <a:defRPr b="1" i="0">
                <a:solidFill>
                  <a:srgbClr val="182126"/>
                </a:solidFill>
                <a:latin typeface="Arial" panose="020B0604020202020204" pitchFamily="34" charset="0"/>
                <a:cs typeface="Arial" panose="020B0604020202020204" pitchFamily="34" charset="0"/>
              </a:defRPr>
            </a:lvl1pPr>
          </a:lstStyle>
          <a:p>
            <a:r>
              <a:rPr lang="en-US" dirty="0"/>
              <a:t>Click to add text</a:t>
            </a:r>
          </a:p>
        </p:txBody>
      </p:sp>
      <p:sp>
        <p:nvSpPr>
          <p:cNvPr id="7" name="Content Placeholder 2">
            <a:extLst>
              <a:ext uri="{FF2B5EF4-FFF2-40B4-BE49-F238E27FC236}">
                <a16:creationId xmlns:a16="http://schemas.microsoft.com/office/drawing/2014/main" id="{B3F808D8-DA5A-D620-4610-3E212B6200B3}"/>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rgbClr val="182126"/>
                </a:solidFill>
              </a:defRPr>
            </a:lvl1pPr>
            <a:lvl2pPr>
              <a:defRPr>
                <a:solidFill>
                  <a:srgbClr val="182126"/>
                </a:solidFill>
              </a:defRPr>
            </a:lvl2pPr>
            <a:lvl3pPr>
              <a:defRPr>
                <a:solidFill>
                  <a:srgbClr val="182126"/>
                </a:solidFill>
              </a:defRPr>
            </a:lvl3pPr>
            <a:lvl4pPr>
              <a:defRPr>
                <a:solidFill>
                  <a:srgbClr val="182126"/>
                </a:solidFill>
              </a:defRPr>
            </a:lvl4pPr>
            <a:lvl5pPr>
              <a:defRPr>
                <a:solidFill>
                  <a:srgbClr val="182126"/>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13" name="Picture Placeholder 3">
            <a:extLst>
              <a:ext uri="{FF2B5EF4-FFF2-40B4-BE49-F238E27FC236}">
                <a16:creationId xmlns:a16="http://schemas.microsoft.com/office/drawing/2014/main" id="{2955D126-9425-10B7-C1CF-F02568D7DE01}"/>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a:p>
        </p:txBody>
      </p:sp>
      <p:sp>
        <p:nvSpPr>
          <p:cNvPr id="2" name="Slide Number Placeholder 4">
            <a:extLst>
              <a:ext uri="{FF2B5EF4-FFF2-40B4-BE49-F238E27FC236}">
                <a16:creationId xmlns:a16="http://schemas.microsoft.com/office/drawing/2014/main" id="{28F944BA-7B8D-8D77-0EE9-433B75B8155A}"/>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3" name="Picture 6">
            <a:extLst>
              <a:ext uri="{FF2B5EF4-FFF2-40B4-BE49-F238E27FC236}">
                <a16:creationId xmlns:a16="http://schemas.microsoft.com/office/drawing/2014/main" id="{582840E9-4118-553F-20B9-314F39F2C57C}"/>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42786636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emo Video-dark-mode">
    <p:bg>
      <p:bgPr>
        <a:solidFill>
          <a:schemeClr val="tx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36B42B3-8B6C-6428-CF5B-838F8F0678F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24" name="Picture 23" descr="A picture containing text, indoor, monitor, computer&#10;&#10;Description automatically generated">
            <a:extLst>
              <a:ext uri="{FF2B5EF4-FFF2-40B4-BE49-F238E27FC236}">
                <a16:creationId xmlns:a16="http://schemas.microsoft.com/office/drawing/2014/main" id="{3D60725F-C1C4-18EC-3A6A-7F5BBAE42AC1}"/>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3332317" y="43252"/>
            <a:ext cx="10454823" cy="6400800"/>
          </a:xfrm>
          <a:prstGeom prst="rect">
            <a:avLst/>
          </a:prstGeom>
        </p:spPr>
      </p:pic>
      <p:sp>
        <p:nvSpPr>
          <p:cNvPr id="25" name="Media Placeholder 6">
            <a:extLst>
              <a:ext uri="{FF2B5EF4-FFF2-40B4-BE49-F238E27FC236}">
                <a16:creationId xmlns:a16="http://schemas.microsoft.com/office/drawing/2014/main" id="{B5E89410-82EE-8517-CB0F-31F3A8CFF2BF}"/>
              </a:ext>
            </a:extLst>
          </p:cNvPr>
          <p:cNvSpPr>
            <a:spLocks noGrp="1"/>
          </p:cNvSpPr>
          <p:nvPr>
            <p:ph type="media" sz="quarter" idx="31" hasCustomPrompt="1"/>
          </p:nvPr>
        </p:nvSpPr>
        <p:spPr>
          <a:xfrm>
            <a:off x="4857225" y="1155429"/>
            <a:ext cx="7406774" cy="4175361"/>
          </a:xfrm>
          <a:solidFill>
            <a:schemeClr val="bg1"/>
          </a:solidFill>
          <a:ln>
            <a:noFill/>
          </a:ln>
        </p:spPr>
        <p:txBody>
          <a:bodyPr/>
          <a:lstStyle/>
          <a:p>
            <a:r>
              <a:rPr lang="en-US" dirty="0"/>
              <a:t>Click to add video</a:t>
            </a:r>
          </a:p>
        </p:txBody>
      </p:sp>
      <p:sp>
        <p:nvSpPr>
          <p:cNvPr id="2" name="Title 1">
            <a:extLst>
              <a:ext uri="{FF2B5EF4-FFF2-40B4-BE49-F238E27FC236}">
                <a16:creationId xmlns:a16="http://schemas.microsoft.com/office/drawing/2014/main" id="{CDC78576-EAA5-5EE7-4563-B5E605F18C78}"/>
              </a:ext>
            </a:extLst>
          </p:cNvPr>
          <p:cNvSpPr>
            <a:spLocks noGrp="1"/>
          </p:cNvSpPr>
          <p:nvPr>
            <p:ph type="title" hasCustomPrompt="1"/>
          </p:nvPr>
        </p:nvSpPr>
        <p:spPr>
          <a:xfrm>
            <a:off x="381000" y="1583771"/>
            <a:ext cx="4076699" cy="445722"/>
          </a:xfrm>
        </p:spPr>
        <p:txBody>
          <a:bodyPr>
            <a:noAutofit/>
          </a:bodyPr>
          <a:lstStyle>
            <a:lvl1pPr>
              <a:defRPr b="1" i="0">
                <a:solidFill>
                  <a:schemeClr val="bg1"/>
                </a:solidFill>
                <a:latin typeface="Arial" panose="020B0604020202020204" pitchFamily="34" charset="0"/>
                <a:cs typeface="Arial" panose="020B0604020202020204" pitchFamily="34" charset="0"/>
              </a:defRPr>
            </a:lvl1pPr>
          </a:lstStyle>
          <a:p>
            <a:r>
              <a:rPr lang="en-US" dirty="0"/>
              <a:t>Click to add text</a:t>
            </a:r>
          </a:p>
        </p:txBody>
      </p:sp>
      <p:sp>
        <p:nvSpPr>
          <p:cNvPr id="3" name="Content Placeholder 2">
            <a:extLst>
              <a:ext uri="{FF2B5EF4-FFF2-40B4-BE49-F238E27FC236}">
                <a16:creationId xmlns:a16="http://schemas.microsoft.com/office/drawing/2014/main" id="{FC67742B-0D2F-9DF0-01A6-0DC9F69D7B7E}"/>
              </a:ext>
            </a:extLst>
          </p:cNvPr>
          <p:cNvSpPr>
            <a:spLocks noGrp="1"/>
          </p:cNvSpPr>
          <p:nvPr>
            <p:ph sz="half" idx="1" hasCustomPrompt="1"/>
          </p:nvPr>
        </p:nvSpPr>
        <p:spPr>
          <a:xfrm>
            <a:off x="381001" y="2029493"/>
            <a:ext cx="4076700" cy="3301297"/>
          </a:xfrm>
        </p:spPr>
        <p:txBody>
          <a:bodyPr>
            <a:noAutofit/>
          </a:bodyPr>
          <a:lstStyle>
            <a:lvl1pPr>
              <a:buClr>
                <a:schemeClr val="bg1"/>
              </a:buCl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a:p>
            <a:pPr lvl="0"/>
            <a:endParaRPr lang="en-US" dirty="0"/>
          </a:p>
        </p:txBody>
      </p:sp>
      <p:sp>
        <p:nvSpPr>
          <p:cNvPr id="4" name="Picture Placeholder 3">
            <a:extLst>
              <a:ext uri="{FF2B5EF4-FFF2-40B4-BE49-F238E27FC236}">
                <a16:creationId xmlns:a16="http://schemas.microsoft.com/office/drawing/2014/main" id="{7521FC0E-6504-F363-FAC7-9918CE2D984D}"/>
              </a:ext>
            </a:extLst>
          </p:cNvPr>
          <p:cNvSpPr>
            <a:spLocks noGrp="1"/>
          </p:cNvSpPr>
          <p:nvPr>
            <p:ph type="pic" sz="quarter" idx="32"/>
          </p:nvPr>
        </p:nvSpPr>
        <p:spPr>
          <a:xfrm>
            <a:off x="381000" y="433388"/>
            <a:ext cx="4076700" cy="722312"/>
          </a:xfrm>
          <a:ln>
            <a:noFill/>
          </a:ln>
        </p:spPr>
        <p:txBody>
          <a:bodyPr/>
          <a:lstStyle>
            <a:lvl1pPr>
              <a:defRPr>
                <a:solidFill>
                  <a:schemeClr val="bg1"/>
                </a:solidFill>
              </a:defRPr>
            </a:lvl1pPr>
          </a:lstStyle>
          <a:p>
            <a:endParaRPr lang="en-US" dirty="0"/>
          </a:p>
        </p:txBody>
      </p:sp>
      <p:sp>
        <p:nvSpPr>
          <p:cNvPr id="7" name="Rectangle 26">
            <a:extLst>
              <a:ext uri="{FF2B5EF4-FFF2-40B4-BE49-F238E27FC236}">
                <a16:creationId xmlns:a16="http://schemas.microsoft.com/office/drawing/2014/main" id="{0DEC4B41-C350-7F42-9F3C-670CB1AD59C3}"/>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8" name="Slide Number Placeholder 4">
            <a:extLst>
              <a:ext uri="{FF2B5EF4-FFF2-40B4-BE49-F238E27FC236}">
                <a16:creationId xmlns:a16="http://schemas.microsoft.com/office/drawing/2014/main" id="{523733C7-509C-21D2-4E6F-49F3C9E27062}"/>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6" name="Picture 6">
            <a:extLst>
              <a:ext uri="{FF2B5EF4-FFF2-40B4-BE49-F238E27FC236}">
                <a16:creationId xmlns:a16="http://schemas.microsoft.com/office/drawing/2014/main" id="{DA2FE366-5B78-BF80-E0E2-51F2566A3E0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86425203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mo Video-centered-dark-mo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D662D09-0201-AF7F-BD5B-18082648C4A1}"/>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2706" y="715198"/>
            <a:ext cx="9304268" cy="5352540"/>
          </a:xfrm>
          <a:prstGeom prst="rect">
            <a:avLst/>
          </a:prstGeom>
        </p:spPr>
      </p:pic>
      <p:pic>
        <p:nvPicPr>
          <p:cNvPr id="6" name="Picture 5" descr="A picture containing text, indoor, monitor, computer&#10;&#10;Description automatically generated">
            <a:extLst>
              <a:ext uri="{FF2B5EF4-FFF2-40B4-BE49-F238E27FC236}">
                <a16:creationId xmlns:a16="http://schemas.microsoft.com/office/drawing/2014/main" id="{901AC528-DDC1-F9E4-1686-444353B9454C}"/>
              </a:ext>
            </a:extLst>
          </p:cNvPr>
          <p:cNvPicPr>
            <a:picLocks noGrp="1" noRot="1" noChangeAspect="1" noMove="1" noResize="1" noEditPoints="1" noAdjustHandles="1" noChangeArrowheads="1" noChangeShapeType="1" noCrop="1"/>
          </p:cNvPicPr>
          <p:nvPr userDrawn="1"/>
        </p:nvPicPr>
        <p:blipFill>
          <a:blip r:embed="rId4" cstate="screen">
            <a:extLst>
              <a:ext uri="{28A0092B-C50C-407E-A947-70E740481C1C}">
                <a14:useLocalDpi xmlns:a14="http://schemas.microsoft.com/office/drawing/2010/main"/>
              </a:ext>
            </a:extLst>
          </a:blip>
          <a:stretch>
            <a:fillRect/>
          </a:stretch>
        </p:blipFill>
        <p:spPr>
          <a:xfrm>
            <a:off x="863727" y="43252"/>
            <a:ext cx="10454823" cy="6400800"/>
          </a:xfrm>
          <a:prstGeom prst="rect">
            <a:avLst/>
          </a:prstGeom>
        </p:spPr>
      </p:pic>
      <p:pic>
        <p:nvPicPr>
          <p:cNvPr id="2" name="Graphic 1" hidden="1">
            <a:extLst>
              <a:ext uri="{FF2B5EF4-FFF2-40B4-BE49-F238E27FC236}">
                <a16:creationId xmlns:a16="http://schemas.microsoft.com/office/drawing/2014/main" id="{B7961E54-2D5C-F2C8-B5EB-C247C5FC790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312706" y="715198"/>
            <a:ext cx="9304268" cy="5352540"/>
          </a:xfrm>
          <a:prstGeom prst="rect">
            <a:avLst/>
          </a:prstGeom>
        </p:spPr>
      </p:pic>
      <p:sp>
        <p:nvSpPr>
          <p:cNvPr id="4" name="Slide Number Placeholder 4">
            <a:extLst>
              <a:ext uri="{FF2B5EF4-FFF2-40B4-BE49-F238E27FC236}">
                <a16:creationId xmlns:a16="http://schemas.microsoft.com/office/drawing/2014/main" id="{37A62C29-4711-4F5D-CC9A-DC19EE9D0404}"/>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
        <p:nvSpPr>
          <p:cNvPr id="8" name="Media Placeholder 6">
            <a:extLst>
              <a:ext uri="{FF2B5EF4-FFF2-40B4-BE49-F238E27FC236}">
                <a16:creationId xmlns:a16="http://schemas.microsoft.com/office/drawing/2014/main" id="{53D1A285-489D-FBF8-AB61-3F8A630A72C8}"/>
              </a:ext>
            </a:extLst>
          </p:cNvPr>
          <p:cNvSpPr>
            <a:spLocks noGrp="1"/>
          </p:cNvSpPr>
          <p:nvPr>
            <p:ph type="media" sz="quarter" idx="30" hasCustomPrompt="1"/>
          </p:nvPr>
        </p:nvSpPr>
        <p:spPr>
          <a:xfrm>
            <a:off x="2388635" y="1155429"/>
            <a:ext cx="7406774" cy="4175361"/>
          </a:xfrm>
          <a:solidFill>
            <a:schemeClr val="bg1"/>
          </a:solidFill>
          <a:ln>
            <a:noFill/>
          </a:ln>
        </p:spPr>
        <p:txBody>
          <a:bodyPr/>
          <a:lstStyle/>
          <a:p>
            <a:r>
              <a:rPr lang="en-US" dirty="0"/>
              <a:t>Click to add video</a:t>
            </a:r>
          </a:p>
        </p:txBody>
      </p:sp>
      <p:sp>
        <p:nvSpPr>
          <p:cNvPr id="5" name="Title 6">
            <a:extLst>
              <a:ext uri="{FF2B5EF4-FFF2-40B4-BE49-F238E27FC236}">
                <a16:creationId xmlns:a16="http://schemas.microsoft.com/office/drawing/2014/main" id="{1D2C7D8E-693F-3FAC-9BCA-371D1D40D3FF}"/>
              </a:ext>
            </a:extLst>
          </p:cNvPr>
          <p:cNvSpPr>
            <a:spLocks noGrp="1"/>
          </p:cNvSpPr>
          <p:nvPr>
            <p:ph type="title" hasCustomPrompt="1"/>
          </p:nvPr>
        </p:nvSpPr>
        <p:spPr>
          <a:xfrm>
            <a:off x="381000" y="365126"/>
            <a:ext cx="10181253" cy="810532"/>
          </a:xfrm>
        </p:spPr>
        <p:txBody>
          <a:bodyPr/>
          <a:lstStyle/>
          <a:p>
            <a:r>
              <a:rPr lang="en-US" dirty="0"/>
              <a:t>Click to add title</a:t>
            </a:r>
          </a:p>
        </p:txBody>
      </p:sp>
      <p:sp>
        <p:nvSpPr>
          <p:cNvPr id="9" name="Rectangle 26">
            <a:extLst>
              <a:ext uri="{FF2B5EF4-FFF2-40B4-BE49-F238E27FC236}">
                <a16:creationId xmlns:a16="http://schemas.microsoft.com/office/drawing/2014/main" id="{E2D9B0CA-7A3D-665C-9716-49A35F0ED530}"/>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11" name="Picture 6">
            <a:extLst>
              <a:ext uri="{FF2B5EF4-FFF2-40B4-BE49-F238E27FC236}">
                <a16:creationId xmlns:a16="http://schemas.microsoft.com/office/drawing/2014/main" id="{D0700E48-4030-E2E7-1122-AF31463DBC3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65119497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Demo Video-alternative-dark-mode">
    <p:spTree>
      <p:nvGrpSpPr>
        <p:cNvPr id="1" name=""/>
        <p:cNvGrpSpPr/>
        <p:nvPr/>
      </p:nvGrpSpPr>
      <p:grpSpPr>
        <a:xfrm>
          <a:off x="0" y="0"/>
          <a:ext cx="0" cy="0"/>
          <a:chOff x="0" y="0"/>
          <a:chExt cx="0" cy="0"/>
        </a:xfrm>
      </p:grpSpPr>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2706" y="715198"/>
            <a:ext cx="9304268" cy="5352540"/>
          </a:xfrm>
          <a:prstGeom prst="rect">
            <a:avLst/>
          </a:prstGeom>
        </p:spPr>
      </p:pic>
      <p:pic>
        <p:nvPicPr>
          <p:cNvPr id="2" name="Graphic 1" hidden="1">
            <a:extLst>
              <a:ext uri="{FF2B5EF4-FFF2-40B4-BE49-F238E27FC236}">
                <a16:creationId xmlns:a16="http://schemas.microsoft.com/office/drawing/2014/main" id="{B7961E54-2D5C-F2C8-B5EB-C247C5FC79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12706" y="715198"/>
            <a:ext cx="9304268" cy="5352540"/>
          </a:xfrm>
          <a:prstGeom prst="rect">
            <a:avLst/>
          </a:prstGeom>
        </p:spPr>
      </p:pic>
      <p:sp>
        <p:nvSpPr>
          <p:cNvPr id="8" name="Title 6">
            <a:extLst>
              <a:ext uri="{FF2B5EF4-FFF2-40B4-BE49-F238E27FC236}">
                <a16:creationId xmlns:a16="http://schemas.microsoft.com/office/drawing/2014/main" id="{223966C2-4D0F-2A1B-88F3-361239C3ED8D}"/>
              </a:ext>
            </a:extLst>
          </p:cNvPr>
          <p:cNvSpPr>
            <a:spLocks noGrp="1"/>
          </p:cNvSpPr>
          <p:nvPr>
            <p:ph type="title" hasCustomPrompt="1"/>
          </p:nvPr>
        </p:nvSpPr>
        <p:spPr>
          <a:xfrm>
            <a:off x="381000" y="365126"/>
            <a:ext cx="10181253" cy="810532"/>
          </a:xfrm>
        </p:spPr>
        <p:txBody>
          <a:bodyPr/>
          <a:lstStyle/>
          <a:p>
            <a:r>
              <a:rPr lang="en-US" dirty="0"/>
              <a:t>Click to add title</a:t>
            </a:r>
          </a:p>
        </p:txBody>
      </p:sp>
      <p:pic>
        <p:nvPicPr>
          <p:cNvPr id="3" name="Graphic 2">
            <a:extLst>
              <a:ext uri="{FF2B5EF4-FFF2-40B4-BE49-F238E27FC236}">
                <a16:creationId xmlns:a16="http://schemas.microsoft.com/office/drawing/2014/main" id="{825BEDB9-7358-144A-13DD-8B47213B3F4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flipH="1">
            <a:off x="0" y="5579504"/>
            <a:ext cx="1774080" cy="1188000"/>
          </a:xfrm>
          <a:prstGeom prst="rect">
            <a:avLst/>
          </a:prstGeom>
        </p:spPr>
      </p:pic>
      <p:pic>
        <p:nvPicPr>
          <p:cNvPr id="5" name="Graphic 4">
            <a:extLst>
              <a:ext uri="{FF2B5EF4-FFF2-40B4-BE49-F238E27FC236}">
                <a16:creationId xmlns:a16="http://schemas.microsoft.com/office/drawing/2014/main" id="{4F365863-B252-0DE8-5834-36233D4A9CA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0417570" y="5579504"/>
            <a:ext cx="1774079" cy="1188000"/>
          </a:xfrm>
          <a:prstGeom prst="rect">
            <a:avLst/>
          </a:prstGeom>
        </p:spPr>
      </p:pic>
      <p:sp>
        <p:nvSpPr>
          <p:cNvPr id="9" name="Media Placeholder 6">
            <a:extLst>
              <a:ext uri="{FF2B5EF4-FFF2-40B4-BE49-F238E27FC236}">
                <a16:creationId xmlns:a16="http://schemas.microsoft.com/office/drawing/2014/main" id="{93CE8F70-B549-DBCC-C5A8-2FE87B15FE7A}"/>
              </a:ext>
            </a:extLst>
          </p:cNvPr>
          <p:cNvSpPr>
            <a:spLocks noGrp="1"/>
          </p:cNvSpPr>
          <p:nvPr>
            <p:ph type="media" sz="quarter" idx="30" hasCustomPrompt="1"/>
          </p:nvPr>
        </p:nvSpPr>
        <p:spPr>
          <a:xfrm>
            <a:off x="1777233" y="1175657"/>
            <a:ext cx="8640162" cy="4870649"/>
          </a:xfrm>
        </p:spPr>
        <p:txBody>
          <a:bodyPr/>
          <a:lstStyle/>
          <a:p>
            <a:r>
              <a:rPr lang="en-US" dirty="0"/>
              <a:t>Click to add video</a:t>
            </a:r>
          </a:p>
        </p:txBody>
      </p:sp>
      <p:pic>
        <p:nvPicPr>
          <p:cNvPr id="4" name="Picture 6">
            <a:extLst>
              <a:ext uri="{FF2B5EF4-FFF2-40B4-BE49-F238E27FC236}">
                <a16:creationId xmlns:a16="http://schemas.microsoft.com/office/drawing/2014/main" id="{1DCB748D-03E6-086B-D81F-BF0E94F26AB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909331" y="406351"/>
            <a:ext cx="834464" cy="272108"/>
          </a:xfrm>
          <a:prstGeom prst="rect">
            <a:avLst/>
          </a:prstGeom>
        </p:spPr>
      </p:pic>
      <p:sp>
        <p:nvSpPr>
          <p:cNvPr id="6" name="Rectangle 26">
            <a:extLst>
              <a:ext uri="{FF2B5EF4-FFF2-40B4-BE49-F238E27FC236}">
                <a16:creationId xmlns:a16="http://schemas.microsoft.com/office/drawing/2014/main" id="{FD5F093C-04F1-9B54-EB02-165C666D09A3}"/>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Tree>
    <p:extLst>
      <p:ext uri="{BB962C8B-B14F-4D97-AF65-F5344CB8AC3E}">
        <p14:creationId xmlns:p14="http://schemas.microsoft.com/office/powerpoint/2010/main" val="149723107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Full Screeen Video-dark-mode">
    <p:spTree>
      <p:nvGrpSpPr>
        <p:cNvPr id="1" name=""/>
        <p:cNvGrpSpPr/>
        <p:nvPr/>
      </p:nvGrpSpPr>
      <p:grpSpPr>
        <a:xfrm>
          <a:off x="0" y="0"/>
          <a:ext cx="0" cy="0"/>
          <a:chOff x="0" y="0"/>
          <a:chExt cx="0" cy="0"/>
        </a:xfrm>
      </p:grpSpPr>
      <p:sp>
        <p:nvSpPr>
          <p:cNvPr id="2" name="Media Placeholder 6">
            <a:extLst>
              <a:ext uri="{FF2B5EF4-FFF2-40B4-BE49-F238E27FC236}">
                <a16:creationId xmlns:a16="http://schemas.microsoft.com/office/drawing/2014/main" id="{D4C87C79-4B41-EB43-DBFD-BB5B54198860}"/>
              </a:ext>
            </a:extLst>
          </p:cNvPr>
          <p:cNvSpPr>
            <a:spLocks noGrp="1"/>
          </p:cNvSpPr>
          <p:nvPr>
            <p:ph type="media" sz="quarter" idx="30" hasCustomPrompt="1"/>
          </p:nvPr>
        </p:nvSpPr>
        <p:spPr>
          <a:xfrm>
            <a:off x="0" y="0"/>
            <a:ext cx="12192000" cy="6872898"/>
          </a:xfrm>
        </p:spPr>
        <p:txBody>
          <a:bodyPr/>
          <a:lstStyle>
            <a:lvl1pPr marL="0" marR="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lvl1pP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Full screen video. Click icon to insert media.</a:t>
            </a:r>
          </a:p>
        </p:txBody>
      </p:sp>
    </p:spTree>
    <p:extLst>
      <p:ext uri="{BB962C8B-B14F-4D97-AF65-F5344CB8AC3E}">
        <p14:creationId xmlns:p14="http://schemas.microsoft.com/office/powerpoint/2010/main" val="4265864183"/>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Full Screen Photo + Heading-dark-mode">
    <p:bg>
      <p:bgPr>
        <a:solidFill>
          <a:schemeClr val="tx2"/>
        </a:solidFill>
        <a:effectLst/>
      </p:bgPr>
    </p:bg>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1" y="0"/>
            <a:ext cx="12192000" cy="6858000"/>
          </a:xfrm>
          <a:noFill/>
        </p:spPr>
        <p:txBody>
          <a:bodyPr anchor="ctr"/>
          <a:lstStyle>
            <a:lvl1pPr marL="0" marR="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baseline="0">
                <a:solidFill>
                  <a:schemeClr val="bg1"/>
                </a:solidFill>
              </a:defRPr>
            </a:lvl1pPr>
          </a:lstStyle>
          <a:p>
            <a:pPr marL="0" marR="0" lvl="0" indent="0" algn="ctr" defTabSz="914400" rtl="0" eaLnBrk="1" fontAlgn="auto" latinLnBrk="0" hangingPunct="1">
              <a:lnSpc>
                <a:spcPct val="100000"/>
              </a:lnSpc>
              <a:spcBef>
                <a:spcPts val="0"/>
              </a:spcBef>
              <a:spcAft>
                <a:spcPts val="600"/>
              </a:spcAft>
              <a:buClrTx/>
              <a:buSzTx/>
              <a:buFont typeface="Wingdings" panose="05000000000000000000" pitchFamily="2" charset="2"/>
              <a:buNone/>
              <a:tabLst/>
              <a:defRPr/>
            </a:pPr>
            <a:r>
              <a:rPr lang="en-US" dirty="0"/>
              <a:t>Click icon or drag to insert image</a:t>
            </a:r>
          </a:p>
        </p:txBody>
      </p:sp>
      <p:sp>
        <p:nvSpPr>
          <p:cNvPr id="3" name="Title 1">
            <a:extLst>
              <a:ext uri="{FF2B5EF4-FFF2-40B4-BE49-F238E27FC236}">
                <a16:creationId xmlns:a16="http://schemas.microsoft.com/office/drawing/2014/main" id="{9F34E493-A0B9-B4E1-E6DF-EB2162A19B2D}"/>
              </a:ext>
            </a:extLst>
          </p:cNvPr>
          <p:cNvSpPr>
            <a:spLocks noGrp="1"/>
          </p:cNvSpPr>
          <p:nvPr>
            <p:ph type="title" hasCustomPrompt="1"/>
          </p:nvPr>
        </p:nvSpPr>
        <p:spPr>
          <a:xfrm>
            <a:off x="381000" y="365126"/>
            <a:ext cx="11364401" cy="810532"/>
          </a:xfrm>
        </p:spPr>
        <p:txBody>
          <a:bodyPr/>
          <a:lstStyle>
            <a:lvl1pPr>
              <a:defRPr>
                <a:solidFill>
                  <a:schemeClr val="bg1"/>
                </a:solidFill>
              </a:defRPr>
            </a:lvl1pPr>
          </a:lstStyle>
          <a:p>
            <a:r>
              <a:rPr lang="en-PH" dirty="0"/>
              <a:t>Click to add title</a:t>
            </a:r>
          </a:p>
        </p:txBody>
      </p:sp>
      <p:pic>
        <p:nvPicPr>
          <p:cNvPr id="4" name="Picture 6">
            <a:extLst>
              <a:ext uri="{FF2B5EF4-FFF2-40B4-BE49-F238E27FC236}">
                <a16:creationId xmlns:a16="http://schemas.microsoft.com/office/drawing/2014/main" id="{D2550929-B047-A0B7-5621-D1E874B557D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118832134"/>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Headline Only-dark-mo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247E-9544-5500-21FA-D248F7515A6C}"/>
              </a:ext>
            </a:extLst>
          </p:cNvPr>
          <p:cNvSpPr>
            <a:spLocks noGrp="1"/>
          </p:cNvSpPr>
          <p:nvPr>
            <p:ph type="title" hasCustomPrompt="1"/>
          </p:nvPr>
        </p:nvSpPr>
        <p:spPr>
          <a:xfrm>
            <a:off x="381000" y="365125"/>
            <a:ext cx="10181253" cy="822021"/>
          </a:xfrm>
        </p:spPr>
        <p:txBody>
          <a:bodyPr/>
          <a:lstStyle>
            <a:lvl1pPr>
              <a:defRPr>
                <a:solidFill>
                  <a:schemeClr val="bg1"/>
                </a:solidFill>
              </a:defRPr>
            </a:lvl1pPr>
          </a:lstStyle>
          <a:p>
            <a:r>
              <a:rPr lang="en-US" dirty="0"/>
              <a:t>Click to add title</a:t>
            </a:r>
          </a:p>
        </p:txBody>
      </p:sp>
      <p:sp>
        <p:nvSpPr>
          <p:cNvPr id="3" name="Rectangle 26">
            <a:extLst>
              <a:ext uri="{FF2B5EF4-FFF2-40B4-BE49-F238E27FC236}">
                <a16:creationId xmlns:a16="http://schemas.microsoft.com/office/drawing/2014/main" id="{52D7B59E-5036-F117-D342-9FF6CCF8DF2B}"/>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5" name="Slide Number Placeholder 4">
            <a:extLst>
              <a:ext uri="{FF2B5EF4-FFF2-40B4-BE49-F238E27FC236}">
                <a16:creationId xmlns:a16="http://schemas.microsoft.com/office/drawing/2014/main" id="{948195E8-7825-DB85-3CCA-D020F66EEBD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6" name="Picture 6">
            <a:extLst>
              <a:ext uri="{FF2B5EF4-FFF2-40B4-BE49-F238E27FC236}">
                <a16:creationId xmlns:a16="http://schemas.microsoft.com/office/drawing/2014/main" id="{C64D3636-5D85-EB16-AB24-72A23090C34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938511148"/>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Headline Only + waves-dark-mode">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BD8B23-9FE7-4599-B1DD-DAB4C7C6884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0305247E-9544-5500-21FA-D248F7515A6C}"/>
              </a:ext>
            </a:extLst>
          </p:cNvPr>
          <p:cNvSpPr>
            <a:spLocks noGrp="1"/>
          </p:cNvSpPr>
          <p:nvPr>
            <p:ph type="title" hasCustomPrompt="1"/>
          </p:nvPr>
        </p:nvSpPr>
        <p:spPr>
          <a:xfrm>
            <a:off x="381000" y="365125"/>
            <a:ext cx="10181253" cy="822021"/>
          </a:xfrm>
        </p:spPr>
        <p:txBody>
          <a:bodyPr/>
          <a:lstStyle>
            <a:lvl1pPr>
              <a:defRPr>
                <a:solidFill>
                  <a:schemeClr val="bg1"/>
                </a:solidFill>
              </a:defRPr>
            </a:lvl1pPr>
          </a:lstStyle>
          <a:p>
            <a:r>
              <a:rPr lang="en-US" dirty="0"/>
              <a:t>Click to add title</a:t>
            </a:r>
          </a:p>
        </p:txBody>
      </p:sp>
      <p:sp>
        <p:nvSpPr>
          <p:cNvPr id="3" name="Rectangle 26">
            <a:extLst>
              <a:ext uri="{FF2B5EF4-FFF2-40B4-BE49-F238E27FC236}">
                <a16:creationId xmlns:a16="http://schemas.microsoft.com/office/drawing/2014/main" id="{52D7B59E-5036-F117-D342-9FF6CCF8DF2B}"/>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
        <p:nvSpPr>
          <p:cNvPr id="5" name="Slide Number Placeholder 4">
            <a:extLst>
              <a:ext uri="{FF2B5EF4-FFF2-40B4-BE49-F238E27FC236}">
                <a16:creationId xmlns:a16="http://schemas.microsoft.com/office/drawing/2014/main" id="{948195E8-7825-DB85-3CCA-D020F66EEBDF}"/>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pic>
        <p:nvPicPr>
          <p:cNvPr id="6" name="Picture 6">
            <a:extLst>
              <a:ext uri="{FF2B5EF4-FFF2-40B4-BE49-F238E27FC236}">
                <a16:creationId xmlns:a16="http://schemas.microsoft.com/office/drawing/2014/main" id="{CFB9C6AC-A9E0-9828-0621-F9C07D71650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3044613584"/>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Headline + Lead line-dark-mo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596820B-9D55-FE33-5886-88CB7708009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6" name="Slide Number Placeholder 5">
            <a:extLst>
              <a:ext uri="{FF2B5EF4-FFF2-40B4-BE49-F238E27FC236}">
                <a16:creationId xmlns:a16="http://schemas.microsoft.com/office/drawing/2014/main" id="{D3227EE4-DCAF-FE08-AE3E-E91A0BDBDF1B}"/>
              </a:ext>
            </a:extLst>
          </p:cNvPr>
          <p:cNvSpPr>
            <a:spLocks noGrp="1"/>
          </p:cNvSpPr>
          <p:nvPr>
            <p:ph type="sldNum" sz="quarter" idx="12"/>
          </p:nvPr>
        </p:nvSpPr>
        <p:spPr/>
        <p:txBody>
          <a:bodyPr/>
          <a:lstStyle/>
          <a:p>
            <a:fld id="{324C0A44-AD9E-49C7-A6F8-E7DA309B6D4F}" type="slidenum">
              <a:rPr lang="en-US" smtClean="0"/>
              <a:t>‹#›</a:t>
            </a:fld>
            <a:endParaRPr lang="en-US"/>
          </a:p>
        </p:txBody>
      </p:sp>
      <p:sp>
        <p:nvSpPr>
          <p:cNvPr id="3" name="Title 6">
            <a:extLst>
              <a:ext uri="{FF2B5EF4-FFF2-40B4-BE49-F238E27FC236}">
                <a16:creationId xmlns:a16="http://schemas.microsoft.com/office/drawing/2014/main" id="{839CF225-64D0-BFEC-4CB0-01313D5CE437}"/>
              </a:ext>
            </a:extLst>
          </p:cNvPr>
          <p:cNvSpPr>
            <a:spLocks noGrp="1"/>
          </p:cNvSpPr>
          <p:nvPr>
            <p:ph type="title" hasCustomPrompt="1"/>
          </p:nvPr>
        </p:nvSpPr>
        <p:spPr>
          <a:xfrm>
            <a:off x="381000" y="365126"/>
            <a:ext cx="10181253" cy="578069"/>
          </a:xfrm>
        </p:spPr>
        <p:txBody>
          <a:bodyPr/>
          <a:lstStyle/>
          <a:p>
            <a:r>
              <a:rPr lang="en-US" dirty="0"/>
              <a:t>Click to add title</a:t>
            </a:r>
          </a:p>
        </p:txBody>
      </p:sp>
      <p:sp>
        <p:nvSpPr>
          <p:cNvPr id="5" name="Text Placeholder 14">
            <a:extLst>
              <a:ext uri="{FF2B5EF4-FFF2-40B4-BE49-F238E27FC236}">
                <a16:creationId xmlns:a16="http://schemas.microsoft.com/office/drawing/2014/main" id="{C9C04FB9-743A-942E-9C3E-8C94CB476C75}"/>
              </a:ext>
            </a:extLst>
          </p:cNvPr>
          <p:cNvSpPr>
            <a:spLocks noGrp="1"/>
          </p:cNvSpPr>
          <p:nvPr>
            <p:ph type="body" sz="quarter" idx="19" hasCustomPrompt="1"/>
          </p:nvPr>
        </p:nvSpPr>
        <p:spPr>
          <a:xfrm>
            <a:off x="381099" y="974512"/>
            <a:ext cx="10181154" cy="249299"/>
          </a:xfrm>
        </p:spPr>
        <p:txBody>
          <a:bodyPr wrap="square" tIns="0" anchor="t" anchorCtr="0">
            <a:spAutoFit/>
          </a:bodyPr>
          <a:lstStyle>
            <a:lvl1pPr marL="0" indent="0">
              <a:lnSpc>
                <a:spcPct val="90000"/>
              </a:lnSpc>
              <a:spcBef>
                <a:spcPts val="500"/>
              </a:spcBef>
              <a:buNone/>
              <a:defRPr sz="1800" b="0" spc="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dirty="0"/>
              <a:t>Click to add text</a:t>
            </a:r>
          </a:p>
        </p:txBody>
      </p:sp>
      <p:sp>
        <p:nvSpPr>
          <p:cNvPr id="7" name="Rectangle 26">
            <a:extLst>
              <a:ext uri="{FF2B5EF4-FFF2-40B4-BE49-F238E27FC236}">
                <a16:creationId xmlns:a16="http://schemas.microsoft.com/office/drawing/2014/main" id="{23B9CB03-3704-E7E9-99D7-05271515F32F}"/>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2" name="Picture 6">
            <a:extLst>
              <a:ext uri="{FF2B5EF4-FFF2-40B4-BE49-F238E27FC236}">
                <a16:creationId xmlns:a16="http://schemas.microsoft.com/office/drawing/2014/main" id="{B478BFB3-95E9-B9BE-E523-DD98DD46A372}"/>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2538209472"/>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lank Custom Layout-dark-mode">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16ED4CB-D8DE-14E6-63AB-1CB7AA66DF28}"/>
              </a:ext>
            </a:extLst>
          </p:cNvPr>
          <p:cNvSpPr>
            <a:spLocks noGrp="1"/>
          </p:cNvSpPr>
          <p:nvPr>
            <p:ph type="sldNum" sz="quarter" idx="33"/>
          </p:nvPr>
        </p:nvSpPr>
        <p:spPr>
          <a:xfrm>
            <a:off x="11353800" y="6373164"/>
            <a:ext cx="457200" cy="314382"/>
          </a:xfrm>
        </p:spPr>
        <p:txBody>
          <a:bodyPr/>
          <a:lstStyle/>
          <a:p>
            <a:fld id="{324C0A44-AD9E-49C7-A6F8-E7DA309B6D4F}" type="slidenum">
              <a:rPr lang="en-US" smtClean="0"/>
              <a:pPr/>
              <a:t>‹#›</a:t>
            </a:fld>
            <a:endParaRPr lang="en-US" dirty="0"/>
          </a:p>
        </p:txBody>
      </p:sp>
    </p:spTree>
    <p:extLst>
      <p:ext uri="{BB962C8B-B14F-4D97-AF65-F5344CB8AC3E}">
        <p14:creationId xmlns:p14="http://schemas.microsoft.com/office/powerpoint/2010/main" val="2842014340"/>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hank You Slide-dark-mode">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9BA8BB-41F1-CC06-87EE-1472039D0CA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1304" name="Rectangle"/>
          <p:cNvSpPr/>
          <p:nvPr/>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21" name="Text Placeholder 20">
            <a:extLst>
              <a:ext uri="{FF2B5EF4-FFF2-40B4-BE49-F238E27FC236}">
                <a16:creationId xmlns:a16="http://schemas.microsoft.com/office/drawing/2014/main" id="{3CE2168F-1809-CFB0-E4F5-629FBDB40C4E}"/>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accent1"/>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E89ACD0C-BA87-47A6-3E37-B52D6B07A9F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4" name="Picture 6">
            <a:extLst>
              <a:ext uri="{FF2B5EF4-FFF2-40B4-BE49-F238E27FC236}">
                <a16:creationId xmlns:a16="http://schemas.microsoft.com/office/drawing/2014/main" id="{53F1F15F-0C22-22C7-B2CB-DF28C4457842}"/>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867221873"/>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Thank You Slide-dark-mode">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9D6D1B-ECB3-A0AE-8C6D-4E274887A789}"/>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1304" name="Rectangle"/>
          <p:cNvSpPr/>
          <p:nvPr/>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sp>
        <p:nvSpPr>
          <p:cNvPr id="9" name="Text Placeholder 8">
            <a:extLst>
              <a:ext uri="{FF2B5EF4-FFF2-40B4-BE49-F238E27FC236}">
                <a16:creationId xmlns:a16="http://schemas.microsoft.com/office/drawing/2014/main" id="{25602228-6111-DF42-E662-98B36F42EEBD}"/>
              </a:ext>
            </a:extLst>
          </p:cNvPr>
          <p:cNvSpPr>
            <a:spLocks noGrp="1"/>
          </p:cNvSpPr>
          <p:nvPr>
            <p:ph type="body" sz="quarter" idx="10" hasCustomPrompt="1"/>
          </p:nvPr>
        </p:nvSpPr>
        <p:spPr>
          <a:xfrm>
            <a:off x="609600"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0" name="Text Placeholder 8">
            <a:extLst>
              <a:ext uri="{FF2B5EF4-FFF2-40B4-BE49-F238E27FC236}">
                <a16:creationId xmlns:a16="http://schemas.microsoft.com/office/drawing/2014/main" id="{41E868ED-CBCA-DDE9-D711-BCD4186BCE90}"/>
              </a:ext>
            </a:extLst>
          </p:cNvPr>
          <p:cNvSpPr>
            <a:spLocks noGrp="1"/>
          </p:cNvSpPr>
          <p:nvPr>
            <p:ph type="body" sz="quarter" idx="11" hasCustomPrompt="1"/>
          </p:nvPr>
        </p:nvSpPr>
        <p:spPr>
          <a:xfrm>
            <a:off x="609600"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1" name="Text Placeholder 8">
            <a:extLst>
              <a:ext uri="{FF2B5EF4-FFF2-40B4-BE49-F238E27FC236}">
                <a16:creationId xmlns:a16="http://schemas.microsoft.com/office/drawing/2014/main" id="{37DA033F-902A-88B1-9EA6-1279D06A4F85}"/>
              </a:ext>
            </a:extLst>
          </p:cNvPr>
          <p:cNvSpPr>
            <a:spLocks noGrp="1"/>
          </p:cNvSpPr>
          <p:nvPr>
            <p:ph type="body" sz="quarter" idx="12" hasCustomPrompt="1"/>
          </p:nvPr>
        </p:nvSpPr>
        <p:spPr>
          <a:xfrm>
            <a:off x="3486912"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2" name="Text Placeholder 8">
            <a:extLst>
              <a:ext uri="{FF2B5EF4-FFF2-40B4-BE49-F238E27FC236}">
                <a16:creationId xmlns:a16="http://schemas.microsoft.com/office/drawing/2014/main" id="{0E2119B1-0E85-3788-BF7F-DC52B8939B11}"/>
              </a:ext>
            </a:extLst>
          </p:cNvPr>
          <p:cNvSpPr>
            <a:spLocks noGrp="1"/>
          </p:cNvSpPr>
          <p:nvPr>
            <p:ph type="body" sz="quarter" idx="13" hasCustomPrompt="1"/>
          </p:nvPr>
        </p:nvSpPr>
        <p:spPr>
          <a:xfrm>
            <a:off x="3486912"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3" name="Text Placeholder 8">
            <a:extLst>
              <a:ext uri="{FF2B5EF4-FFF2-40B4-BE49-F238E27FC236}">
                <a16:creationId xmlns:a16="http://schemas.microsoft.com/office/drawing/2014/main" id="{75EA6BA9-CD98-4FF4-3889-B670401BC008}"/>
              </a:ext>
            </a:extLst>
          </p:cNvPr>
          <p:cNvSpPr>
            <a:spLocks noGrp="1"/>
          </p:cNvSpPr>
          <p:nvPr>
            <p:ph type="body" sz="quarter" idx="14" hasCustomPrompt="1"/>
          </p:nvPr>
        </p:nvSpPr>
        <p:spPr>
          <a:xfrm>
            <a:off x="6364224"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4" name="Text Placeholder 8">
            <a:extLst>
              <a:ext uri="{FF2B5EF4-FFF2-40B4-BE49-F238E27FC236}">
                <a16:creationId xmlns:a16="http://schemas.microsoft.com/office/drawing/2014/main" id="{B57CFBA9-AC10-F523-000C-2677206AA65D}"/>
              </a:ext>
            </a:extLst>
          </p:cNvPr>
          <p:cNvSpPr>
            <a:spLocks noGrp="1"/>
          </p:cNvSpPr>
          <p:nvPr>
            <p:ph type="body" sz="quarter" idx="15" hasCustomPrompt="1"/>
          </p:nvPr>
        </p:nvSpPr>
        <p:spPr>
          <a:xfrm>
            <a:off x="6364224"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15" name="Text Placeholder 8">
            <a:extLst>
              <a:ext uri="{FF2B5EF4-FFF2-40B4-BE49-F238E27FC236}">
                <a16:creationId xmlns:a16="http://schemas.microsoft.com/office/drawing/2014/main" id="{FD5BEE1B-550D-5A42-DA38-D8E39E96395E}"/>
              </a:ext>
            </a:extLst>
          </p:cNvPr>
          <p:cNvSpPr>
            <a:spLocks noGrp="1"/>
          </p:cNvSpPr>
          <p:nvPr>
            <p:ph type="body" sz="quarter" idx="16" hasCustomPrompt="1"/>
          </p:nvPr>
        </p:nvSpPr>
        <p:spPr>
          <a:xfrm>
            <a:off x="9241536" y="4291334"/>
            <a:ext cx="2340864" cy="443198"/>
          </a:xfrm>
        </p:spPr>
        <p:txBody>
          <a:bodyPr>
            <a:noAutofit/>
          </a:bodyPr>
          <a:lstStyle>
            <a:lvl1pPr marL="0" indent="0">
              <a:buNone/>
              <a:defRPr sz="1600">
                <a:solidFill>
                  <a:schemeClr val="bg1"/>
                </a:solidFill>
              </a:defRPr>
            </a:lvl1pPr>
          </a:lstStyle>
          <a:p>
            <a:pPr lvl="0"/>
            <a:r>
              <a:rPr lang="en-GB" dirty="0"/>
              <a:t>Click to add text</a:t>
            </a:r>
          </a:p>
        </p:txBody>
      </p:sp>
      <p:sp>
        <p:nvSpPr>
          <p:cNvPr id="16" name="Text Placeholder 8">
            <a:extLst>
              <a:ext uri="{FF2B5EF4-FFF2-40B4-BE49-F238E27FC236}">
                <a16:creationId xmlns:a16="http://schemas.microsoft.com/office/drawing/2014/main" id="{000BF735-605C-CB88-A90C-55C50D69A81C}"/>
              </a:ext>
            </a:extLst>
          </p:cNvPr>
          <p:cNvSpPr>
            <a:spLocks noGrp="1"/>
          </p:cNvSpPr>
          <p:nvPr>
            <p:ph type="body" sz="quarter" idx="17" hasCustomPrompt="1"/>
          </p:nvPr>
        </p:nvSpPr>
        <p:spPr>
          <a:xfrm>
            <a:off x="9241536" y="4810334"/>
            <a:ext cx="2340864" cy="356616"/>
          </a:xfrm>
        </p:spPr>
        <p:txBody>
          <a:bodyPr>
            <a:noAutofit/>
          </a:bodyPr>
          <a:lstStyle>
            <a:lvl1pPr marL="0" indent="0">
              <a:buNone/>
              <a:defRPr sz="1200">
                <a:solidFill>
                  <a:schemeClr val="bg1"/>
                </a:solidFill>
              </a:defRPr>
            </a:lvl1pPr>
          </a:lstStyle>
          <a:p>
            <a:pPr lvl="0"/>
            <a:r>
              <a:rPr lang="en-GB" dirty="0"/>
              <a:t>Click to add text</a:t>
            </a:r>
          </a:p>
        </p:txBody>
      </p:sp>
      <p:sp>
        <p:nvSpPr>
          <p:cNvPr id="21" name="Text Placeholder 20">
            <a:extLst>
              <a:ext uri="{FF2B5EF4-FFF2-40B4-BE49-F238E27FC236}">
                <a16:creationId xmlns:a16="http://schemas.microsoft.com/office/drawing/2014/main" id="{3CE2168F-1809-CFB0-E4F5-629FBDB40C4E}"/>
              </a:ext>
            </a:extLst>
          </p:cNvPr>
          <p:cNvSpPr>
            <a:spLocks noGrp="1"/>
          </p:cNvSpPr>
          <p:nvPr>
            <p:ph type="body" sz="quarter" idx="18" hasCustomPrompt="1"/>
          </p:nvPr>
        </p:nvSpPr>
        <p:spPr>
          <a:xfrm>
            <a:off x="615937" y="779885"/>
            <a:ext cx="8229600" cy="3365500"/>
          </a:xfrm>
        </p:spPr>
        <p:txBody>
          <a:bodyPr>
            <a:noAutofit/>
          </a:bodyPr>
          <a:lstStyle>
            <a:lvl1pPr marL="0" indent="0">
              <a:lnSpc>
                <a:spcPct val="70000"/>
              </a:lnSpc>
              <a:buNone/>
              <a:defRPr sz="14500" kern="1200" spc="-1200" baseline="0">
                <a:solidFill>
                  <a:schemeClr val="accent3"/>
                </a:solidFill>
                <a:latin typeface="Arial Black" panose="020B0A04020102020204" pitchFamily="34" charset="0"/>
              </a:defRPr>
            </a:lvl1pPr>
          </a:lstStyle>
          <a:p>
            <a:pPr lvl="0"/>
            <a:r>
              <a:rPr lang="en-US" dirty="0"/>
              <a:t>Click to add text</a:t>
            </a:r>
          </a:p>
        </p:txBody>
      </p:sp>
      <p:sp>
        <p:nvSpPr>
          <p:cNvPr id="2" name="Rectangle">
            <a:extLst>
              <a:ext uri="{FF2B5EF4-FFF2-40B4-BE49-F238E27FC236}">
                <a16:creationId xmlns:a16="http://schemas.microsoft.com/office/drawing/2014/main" id="{E89ACD0C-BA87-47A6-3E37-B52D6B07A9FE}"/>
              </a:ext>
            </a:extLst>
          </p:cNvPr>
          <p:cNvSpPr/>
          <p:nvPr userDrawn="1"/>
        </p:nvSpPr>
        <p:spPr>
          <a:xfrm>
            <a:off x="165702" y="190500"/>
            <a:ext cx="11860596" cy="6477001"/>
          </a:xfrm>
          <a:prstGeom prst="rect">
            <a:avLst/>
          </a:prstGeom>
          <a:ln>
            <a:solidFill>
              <a:schemeClr val="bg1"/>
            </a:solidFill>
            <a:miter lim="400000"/>
          </a:ln>
        </p:spPr>
        <p:txBody>
          <a:bodyPr tIns="91439" bIns="91439" anchor="ctr"/>
          <a:lstStyle/>
          <a:p>
            <a:pPr algn="ctr">
              <a:lnSpc>
                <a:spcPct val="100000"/>
              </a:lnSpc>
              <a:defRPr sz="2800">
                <a:solidFill>
                  <a:schemeClr val="accent3"/>
                </a:solidFill>
              </a:defRPr>
            </a:pPr>
            <a:endParaRPr sz="2800" dirty="0"/>
          </a:p>
        </p:txBody>
      </p:sp>
      <p:pic>
        <p:nvPicPr>
          <p:cNvPr id="4" name="Picture 6">
            <a:extLst>
              <a:ext uri="{FF2B5EF4-FFF2-40B4-BE49-F238E27FC236}">
                <a16:creationId xmlns:a16="http://schemas.microsoft.com/office/drawing/2014/main" id="{C9E6B676-30DE-9B4D-F843-0577ADFCD83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332378673"/>
      </p:ext>
    </p:extLst>
  </p:cSld>
  <p:clrMapOvr>
    <a:masterClrMapping/>
  </p:clrMapOvr>
  <p:extLst>
    <p:ext uri="{DCECCB84-F9BA-43D5-87BE-67443E8EF086}">
      <p15:sldGuideLst xmlns:p15="http://schemas.microsoft.com/office/powerpoint/2012/main">
        <p15:guide id="3" pos="384">
          <p15:clr>
            <a:srgbClr val="FBAE40"/>
          </p15:clr>
        </p15:guide>
        <p15:guide id="4" pos="72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theme" Target="../theme/theme1.xml"/><Relationship Id="rId5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 Id="rId11" Type="http://schemas.openxmlformats.org/officeDocument/2006/relationships/slideLayout" Target="../slideLayouts/slideLayout66.xml"/><Relationship Id="rId12" Type="http://schemas.openxmlformats.org/officeDocument/2006/relationships/slideLayout" Target="../slideLayouts/slideLayout67.xml"/><Relationship Id="rId13" Type="http://schemas.openxmlformats.org/officeDocument/2006/relationships/slideLayout" Target="../slideLayouts/slideLayout68.xml"/><Relationship Id="rId14" Type="http://schemas.openxmlformats.org/officeDocument/2006/relationships/slideLayout" Target="../slideLayouts/slideLayout69.xml"/><Relationship Id="rId15" Type="http://schemas.openxmlformats.org/officeDocument/2006/relationships/slideLayout" Target="../slideLayouts/slideLayout70.xml"/><Relationship Id="rId16" Type="http://schemas.openxmlformats.org/officeDocument/2006/relationships/slideLayout" Target="../slideLayouts/slideLayout71.xml"/><Relationship Id="rId17" Type="http://schemas.openxmlformats.org/officeDocument/2006/relationships/slideLayout" Target="../slideLayouts/slideLayout72.xml"/><Relationship Id="rId18" Type="http://schemas.openxmlformats.org/officeDocument/2006/relationships/slideLayout" Target="../slideLayouts/slideLayout73.xml"/><Relationship Id="rId19" Type="http://schemas.openxmlformats.org/officeDocument/2006/relationships/slideLayout" Target="../slideLayouts/slideLayout74.xml"/><Relationship Id="rId20" Type="http://schemas.openxmlformats.org/officeDocument/2006/relationships/slideLayout" Target="../slideLayouts/slideLayout75.xml"/><Relationship Id="rId21" Type="http://schemas.openxmlformats.org/officeDocument/2006/relationships/slideLayout" Target="../slideLayouts/slideLayout76.xml"/><Relationship Id="rId22" Type="http://schemas.openxmlformats.org/officeDocument/2006/relationships/slideLayout" Target="../slideLayouts/slideLayout77.xml"/><Relationship Id="rId23" Type="http://schemas.openxmlformats.org/officeDocument/2006/relationships/slideLayout" Target="../slideLayouts/slideLayout78.xml"/><Relationship Id="rId24" Type="http://schemas.openxmlformats.org/officeDocument/2006/relationships/slideLayout" Target="../slideLayouts/slideLayout79.xml"/><Relationship Id="rId25" Type="http://schemas.openxmlformats.org/officeDocument/2006/relationships/slideLayout" Target="../slideLayouts/slideLayout80.xml"/><Relationship Id="rId26" Type="http://schemas.openxmlformats.org/officeDocument/2006/relationships/slideLayout" Target="../slideLayouts/slideLayout81.xml"/><Relationship Id="rId27" Type="http://schemas.openxmlformats.org/officeDocument/2006/relationships/slideLayout" Target="../slideLayouts/slideLayout82.xml"/><Relationship Id="rId28" Type="http://schemas.openxmlformats.org/officeDocument/2006/relationships/slideLayout" Target="../slideLayouts/slideLayout83.xml"/><Relationship Id="rId29" Type="http://schemas.openxmlformats.org/officeDocument/2006/relationships/slideLayout" Target="../slideLayouts/slideLayout84.xml"/><Relationship Id="rId30" Type="http://schemas.openxmlformats.org/officeDocument/2006/relationships/slideLayout" Target="../slideLayouts/slideLayout85.xml"/><Relationship Id="rId31" Type="http://schemas.openxmlformats.org/officeDocument/2006/relationships/slideLayout" Target="../slideLayouts/slideLayout86.xml"/><Relationship Id="rId32" Type="http://schemas.openxmlformats.org/officeDocument/2006/relationships/slideLayout" Target="../slideLayouts/slideLayout87.xml"/><Relationship Id="rId33" Type="http://schemas.openxmlformats.org/officeDocument/2006/relationships/slideLayout" Target="../slideLayouts/slideLayout88.xml"/><Relationship Id="rId34" Type="http://schemas.openxmlformats.org/officeDocument/2006/relationships/slideLayout" Target="../slideLayouts/slideLayout89.xml"/><Relationship Id="rId35" Type="http://schemas.openxmlformats.org/officeDocument/2006/relationships/slideLayout" Target="../slideLayouts/slideLayout90.xml"/><Relationship Id="rId36" Type="http://schemas.openxmlformats.org/officeDocument/2006/relationships/slideLayout" Target="../slideLayouts/slideLayout91.xml"/><Relationship Id="rId37" Type="http://schemas.openxmlformats.org/officeDocument/2006/relationships/slideLayout" Target="../slideLayouts/slideLayout92.xml"/><Relationship Id="rId38" Type="http://schemas.openxmlformats.org/officeDocument/2006/relationships/slideLayout" Target="../slideLayouts/slideLayout93.xml"/><Relationship Id="rId39" Type="http://schemas.openxmlformats.org/officeDocument/2006/relationships/slideLayout" Target="../slideLayouts/slideLayout94.xml"/><Relationship Id="rId40" Type="http://schemas.openxmlformats.org/officeDocument/2006/relationships/slideLayout" Target="../slideLayouts/slideLayout95.xml"/><Relationship Id="rId41" Type="http://schemas.openxmlformats.org/officeDocument/2006/relationships/slideLayout" Target="../slideLayouts/slideLayout96.xml"/><Relationship Id="rId42" Type="http://schemas.openxmlformats.org/officeDocument/2006/relationships/slideLayout" Target="../slideLayouts/slideLayout97.xml"/><Relationship Id="rId43" Type="http://schemas.openxmlformats.org/officeDocument/2006/relationships/slideLayout" Target="../slideLayouts/slideLayout98.xml"/><Relationship Id="rId44" Type="http://schemas.openxmlformats.org/officeDocument/2006/relationships/slideLayout" Target="../slideLayouts/slideLayout99.xml"/><Relationship Id="rId45" Type="http://schemas.openxmlformats.org/officeDocument/2006/relationships/slideLayout" Target="../slideLayouts/slideLayout100.xml"/><Relationship Id="rId46" Type="http://schemas.openxmlformats.org/officeDocument/2006/relationships/slideLayout" Target="../slideLayouts/slideLayout101.xml"/><Relationship Id="rId47" Type="http://schemas.openxmlformats.org/officeDocument/2006/relationships/slideLayout" Target="../slideLayouts/slideLayout102.xml"/><Relationship Id="rId48" Type="http://schemas.openxmlformats.org/officeDocument/2006/relationships/slideLayout" Target="../slideLayouts/slideLayout103.xml"/><Relationship Id="rId49" Type="http://schemas.openxmlformats.org/officeDocument/2006/relationships/slideLayout" Target="../slideLayouts/slideLayout104.xml"/><Relationship Id="rId50" Type="http://schemas.openxmlformats.org/officeDocument/2006/relationships/theme" Target="../theme/theme2.xml"/><Relationship Id="rId51"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60471B-673A-BCB3-2AB8-6770CD4F7A86}"/>
              </a:ext>
            </a:extLst>
          </p:cNvPr>
          <p:cNvSpPr>
            <a:spLocks noGrp="1"/>
          </p:cNvSpPr>
          <p:nvPr>
            <p:ph type="title"/>
          </p:nvPr>
        </p:nvSpPr>
        <p:spPr>
          <a:xfrm>
            <a:off x="381000" y="365126"/>
            <a:ext cx="10181253" cy="810532"/>
          </a:xfrm>
          <a:prstGeom prst="rect">
            <a:avLst/>
          </a:prstGeom>
        </p:spPr>
        <p:txBody>
          <a:bodyPr vert="horz" lIns="0" tIns="0" rIns="0" bIns="0" rtlCol="0" anchor="t">
            <a:noAutofit/>
          </a:bodyPr>
          <a:lstStyle/>
          <a:p>
            <a:r>
              <a:rPr lang="en-US" dirty="0"/>
              <a:t>Click to add title</a:t>
            </a:r>
          </a:p>
        </p:txBody>
      </p:sp>
      <p:sp>
        <p:nvSpPr>
          <p:cNvPr id="3" name="Text Placeholder 2">
            <a:extLst>
              <a:ext uri="{FF2B5EF4-FFF2-40B4-BE49-F238E27FC236}">
                <a16:creationId xmlns:a16="http://schemas.microsoft.com/office/drawing/2014/main" id="{E3DE9961-A806-9D46-31E0-68124A762D71}"/>
              </a:ext>
            </a:extLst>
          </p:cNvPr>
          <p:cNvSpPr>
            <a:spLocks noGrp="1"/>
          </p:cNvSpPr>
          <p:nvPr>
            <p:ph type="body" idx="1"/>
          </p:nvPr>
        </p:nvSpPr>
        <p:spPr>
          <a:xfrm>
            <a:off x="393730" y="1371600"/>
            <a:ext cx="11417270" cy="4454165"/>
          </a:xfrm>
          <a:prstGeom prst="rect">
            <a:avLst/>
          </a:prstGeom>
        </p:spPr>
        <p:txBody>
          <a:bodyPr vert="horz" lIns="0" tIns="0" rIns="0" bIns="0" rtlCol="0">
            <a:normAutofit/>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75B64696-B806-2683-6BDA-8FD5441BBE09}"/>
              </a:ext>
            </a:extLst>
          </p:cNvPr>
          <p:cNvSpPr>
            <a:spLocks noGrp="1"/>
          </p:cNvSpPr>
          <p:nvPr>
            <p:ph type="ftr" sz="quarter" idx="3"/>
          </p:nvPr>
        </p:nvSpPr>
        <p:spPr>
          <a:xfrm>
            <a:off x="381000" y="6010218"/>
            <a:ext cx="11429999" cy="314382"/>
          </a:xfrm>
          <a:prstGeom prst="rect">
            <a:avLst/>
          </a:prstGeom>
        </p:spPr>
        <p:txBody>
          <a:bodyPr vert="horz" lIns="0" tIns="0" rIns="0" bIns="0" rtlCol="0" anchor="b"/>
          <a:lstStyle>
            <a:lvl1pPr algn="l">
              <a:defRPr sz="8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BBDE0D5-2E95-B281-8CC1-1FE82FB57A68}"/>
              </a:ext>
            </a:extLst>
          </p:cNvPr>
          <p:cNvSpPr>
            <a:spLocks noGrp="1"/>
          </p:cNvSpPr>
          <p:nvPr>
            <p:ph type="sldNum" sz="quarter" idx="4"/>
          </p:nvPr>
        </p:nvSpPr>
        <p:spPr>
          <a:xfrm>
            <a:off x="11353800" y="6373164"/>
            <a:ext cx="457200" cy="314382"/>
          </a:xfrm>
          <a:prstGeom prst="rect">
            <a:avLst/>
          </a:prstGeom>
        </p:spPr>
        <p:txBody>
          <a:bodyPr vert="horz" lIns="91440" tIns="45720" rIns="91440" bIns="45720" rtlCol="0" anchor="ctr"/>
          <a:lstStyle>
            <a:lvl1pPr algn="r">
              <a:defRPr sz="1000">
                <a:solidFill>
                  <a:schemeClr val="tx1">
                    <a:tint val="82000"/>
                  </a:schemeClr>
                </a:solidFill>
              </a:defRPr>
            </a:lvl1pPr>
          </a:lstStyle>
          <a:p>
            <a:fld id="{324C0A44-AD9E-49C7-A6F8-E7DA309B6D4F}" type="slidenum">
              <a:rPr lang="en-US" smtClean="0"/>
              <a:pPr/>
              <a:t>‹#›</a:t>
            </a:fld>
            <a:endParaRPr lang="en-US" dirty="0"/>
          </a:p>
        </p:txBody>
      </p:sp>
      <p:pic>
        <p:nvPicPr>
          <p:cNvPr id="7" name="Picture 6">
            <a:extLst>
              <a:ext uri="{FF2B5EF4-FFF2-40B4-BE49-F238E27FC236}">
                <a16:creationId xmlns:a16="http://schemas.microsoft.com/office/drawing/2014/main" id="{362679C6-BE40-23C4-2926-715210D0554C}"/>
              </a:ext>
            </a:extLst>
          </p:cNvPr>
          <p:cNvPicPr>
            <a:picLocks noChangeAspect="1"/>
          </p:cNvPicPr>
          <p:nvPr/>
        </p:nvPicPr>
        <p:blipFill>
          <a:blip>
            <a:extLst>
              <a:ext uri="{96DAC541-7B7A-43D3-8B79-37D633B846F1}">
                <asvg:svgBlip xmlns:asvg="http://schemas.microsoft.com/office/drawing/2016/SVG/main" r:embed="rId57"/>
              </a:ext>
            </a:extLst>
          </a:blip>
          <a:srcRect/>
          <a:stretch/>
        </p:blipFill>
        <p:spPr>
          <a:xfrm>
            <a:off x="10909331" y="406351"/>
            <a:ext cx="834464" cy="272108"/>
          </a:xfrm>
          <a:prstGeom prst="rect">
            <a:avLst/>
          </a:prstGeom>
        </p:spPr>
      </p:pic>
      <p:sp>
        <p:nvSpPr>
          <p:cNvPr id="8" name="Rectangle 26">
            <a:extLst>
              <a:ext uri="{FF2B5EF4-FFF2-40B4-BE49-F238E27FC236}">
                <a16:creationId xmlns:a16="http://schemas.microsoft.com/office/drawing/2014/main" id="{2FF43C22-AE35-75B0-3951-05D4C1FE1464}"/>
              </a:ext>
            </a:extLst>
          </p:cNvPr>
          <p:cNvSpPr/>
          <p:nvPr/>
        </p:nvSpPr>
        <p:spPr>
          <a:xfrm>
            <a:off x="501" y="6761480"/>
            <a:ext cx="12191499"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spTree>
    <p:extLst>
      <p:ext uri="{BB962C8B-B14F-4D97-AF65-F5344CB8AC3E}">
        <p14:creationId xmlns:p14="http://schemas.microsoft.com/office/powerpoint/2010/main" val="3028490020"/>
      </p:ext>
    </p:extLst>
  </p:cSld>
  <p:clrMap bg1="lt1" tx1="dk1" bg2="lt2" tx2="dk2" accent1="accent1" accent2="accent2" accent3="accent3" accent4="accent4" accent5="accent5" accent6="accent6" hlink="hlink" folHlink="folHlink"/>
  <p:sldLayoutIdLst>
    <p:sldLayoutId id="2147484029" r:id="rId1"/>
    <p:sldLayoutId id="2147483900" r:id="rId2"/>
    <p:sldLayoutId id="2147483788" r:id="rId3"/>
    <p:sldLayoutId id="2147483789" r:id="rId4"/>
    <p:sldLayoutId id="2147483790" r:id="rId5"/>
    <p:sldLayoutId id="2147483901" r:id="rId6"/>
    <p:sldLayoutId id="2147483785" r:id="rId7"/>
    <p:sldLayoutId id="2147483786" r:id="rId8"/>
    <p:sldLayoutId id="2147483787" r:id="rId9"/>
    <p:sldLayoutId id="2147483903" r:id="rId10"/>
    <p:sldLayoutId id="2147483715" r:id="rId11"/>
    <p:sldLayoutId id="2147483718" r:id="rId12"/>
    <p:sldLayoutId id="2147483745" r:id="rId13"/>
    <p:sldLayoutId id="2147483705" r:id="rId14"/>
    <p:sldLayoutId id="2147483784" r:id="rId15"/>
    <p:sldLayoutId id="2147483692" r:id="rId16"/>
    <p:sldLayoutId id="2147484028" r:id="rId17"/>
    <p:sldLayoutId id="2147483690" r:id="rId18"/>
    <p:sldLayoutId id="2147483760" r:id="rId19"/>
    <p:sldLayoutId id="2147484036" r:id="rId20"/>
    <p:sldLayoutId id="2147483693" r:id="rId21"/>
    <p:sldLayoutId id="2147483701" r:id="rId22"/>
    <p:sldLayoutId id="2147483757" r:id="rId23"/>
    <p:sldLayoutId id="2147483751" r:id="rId24"/>
    <p:sldLayoutId id="2147483752" r:id="rId25"/>
    <p:sldLayoutId id="2147483753" r:id="rId26"/>
    <p:sldLayoutId id="2147483754" r:id="rId27"/>
    <p:sldLayoutId id="2147483812" r:id="rId28"/>
    <p:sldLayoutId id="2147483706" r:id="rId29"/>
    <p:sldLayoutId id="2147483793" r:id="rId30"/>
    <p:sldLayoutId id="2147483755" r:id="rId31"/>
    <p:sldLayoutId id="2147483791" r:id="rId32"/>
    <p:sldLayoutId id="2147483703" r:id="rId33"/>
    <p:sldLayoutId id="2147483756" r:id="rId34"/>
    <p:sldLayoutId id="2147483749" r:id="rId35"/>
    <p:sldLayoutId id="2147483709" r:id="rId36"/>
    <p:sldLayoutId id="2147483896" r:id="rId37"/>
    <p:sldLayoutId id="2147483746" r:id="rId38"/>
    <p:sldLayoutId id="2147483810" r:id="rId39"/>
    <p:sldLayoutId id="2147483811" r:id="rId40"/>
    <p:sldLayoutId id="2147483813" r:id="rId41"/>
    <p:sldLayoutId id="2147483759" r:id="rId42"/>
    <p:sldLayoutId id="2147483762" r:id="rId43"/>
    <p:sldLayoutId id="2147483794" r:id="rId44"/>
    <p:sldLayoutId id="2147483795" r:id="rId45"/>
    <p:sldLayoutId id="2147483898" r:id="rId46"/>
    <p:sldLayoutId id="2147483899" r:id="rId47"/>
    <p:sldLayoutId id="2147483697" r:id="rId48"/>
    <p:sldLayoutId id="2147484010" r:id="rId49"/>
    <p:sldLayoutId id="2147484012" r:id="rId50"/>
    <p:sldLayoutId id="2147484011" r:id="rId51"/>
    <p:sldLayoutId id="2147483758" r:id="rId52"/>
    <p:sldLayoutId id="2147483713" r:id="rId53"/>
    <p:sldLayoutId id="2147483783" r:id="rId54"/>
    <p:sldLayoutId id="2147483714" r:id="rId55"/>
  </p:sldLayoutIdLst>
  <p:hf hdr="0" ftr="0" dt="0"/>
  <p:txStyles>
    <p:titleStyle>
      <a:lvl1pPr algn="l" defTabSz="914400" rtl="0" eaLnBrk="1" latinLnBrk="0" hangingPunct="1">
        <a:lnSpc>
          <a:spcPct val="90000"/>
        </a:lnSpc>
        <a:spcBef>
          <a:spcPct val="0"/>
        </a:spcBef>
        <a:buNone/>
        <a:defRPr sz="3000" b="1" kern="1200" spc="-15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2160">
          <p15:clr>
            <a:srgbClr val="F26B43"/>
          </p15:clr>
        </p15:guide>
        <p15:guide id="10" pos="3840">
          <p15:clr>
            <a:srgbClr val="F26B43"/>
          </p15:clr>
        </p15:guide>
        <p15:guide id="11" orient="horz" pos="3984">
          <p15:clr>
            <a:srgbClr val="F26B43"/>
          </p15:clr>
        </p15:guide>
        <p15:guide id="12" pos="240">
          <p15:clr>
            <a:srgbClr val="F26B43"/>
          </p15:clr>
        </p15:guide>
        <p15:guide id="13" pos="7440">
          <p15:clr>
            <a:srgbClr val="F26B43"/>
          </p15:clr>
        </p15:guide>
        <p15:guide id="14" orient="horz" pos="744">
          <p15:clr>
            <a:srgbClr val="F26B43"/>
          </p15:clr>
        </p15:guide>
        <p15:guide id="15" orient="horz" pos="864">
          <p15:clr>
            <a:srgbClr val="F26B43"/>
          </p15:clr>
        </p15:guide>
        <p15:guide id="16" orient="horz" pos="376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60471B-673A-BCB3-2AB8-6770CD4F7A86}"/>
              </a:ext>
            </a:extLst>
          </p:cNvPr>
          <p:cNvSpPr>
            <a:spLocks noGrp="1"/>
          </p:cNvSpPr>
          <p:nvPr>
            <p:ph type="title"/>
          </p:nvPr>
        </p:nvSpPr>
        <p:spPr>
          <a:xfrm>
            <a:off x="381000" y="365126"/>
            <a:ext cx="10181253" cy="810532"/>
          </a:xfrm>
          <a:prstGeom prst="rect">
            <a:avLst/>
          </a:prstGeom>
        </p:spPr>
        <p:txBody>
          <a:bodyPr vert="horz" lIns="0" tIns="0" rIns="0" bIns="0" rtlCol="0" anchor="t">
            <a:noAutofit/>
          </a:bodyPr>
          <a:lstStyle/>
          <a:p>
            <a:r>
              <a:rPr lang="en-US" dirty="0"/>
              <a:t>Click to add title</a:t>
            </a:r>
          </a:p>
        </p:txBody>
      </p:sp>
      <p:sp>
        <p:nvSpPr>
          <p:cNvPr id="3" name="Text Placeholder 2">
            <a:extLst>
              <a:ext uri="{FF2B5EF4-FFF2-40B4-BE49-F238E27FC236}">
                <a16:creationId xmlns:a16="http://schemas.microsoft.com/office/drawing/2014/main" id="{E3DE9961-A806-9D46-31E0-68124A762D71}"/>
              </a:ext>
            </a:extLst>
          </p:cNvPr>
          <p:cNvSpPr>
            <a:spLocks noGrp="1"/>
          </p:cNvSpPr>
          <p:nvPr>
            <p:ph type="body" idx="1"/>
          </p:nvPr>
        </p:nvSpPr>
        <p:spPr>
          <a:xfrm>
            <a:off x="393730" y="1371600"/>
            <a:ext cx="11417270" cy="4454165"/>
          </a:xfrm>
          <a:prstGeom prst="rect">
            <a:avLst/>
          </a:prstGeom>
        </p:spPr>
        <p:txBody>
          <a:bodyPr vert="horz" lIns="0" tIns="0" rIns="0" bIns="0" rtlCol="0">
            <a:normAutofit/>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75B64696-B806-2683-6BDA-8FD5441BBE09}"/>
              </a:ext>
            </a:extLst>
          </p:cNvPr>
          <p:cNvSpPr>
            <a:spLocks noGrp="1"/>
          </p:cNvSpPr>
          <p:nvPr>
            <p:ph type="ftr" sz="quarter" idx="3"/>
          </p:nvPr>
        </p:nvSpPr>
        <p:spPr>
          <a:xfrm>
            <a:off x="381000" y="6010218"/>
            <a:ext cx="11429999" cy="314382"/>
          </a:xfrm>
          <a:prstGeom prst="rect">
            <a:avLst/>
          </a:prstGeom>
        </p:spPr>
        <p:txBody>
          <a:bodyPr vert="horz" lIns="0" tIns="0" rIns="0" bIns="0" rtlCol="0" anchor="b"/>
          <a:lstStyle>
            <a:lvl1pPr algn="l">
              <a:defRPr sz="8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9BBDE0D5-2E95-B281-8CC1-1FE82FB57A68}"/>
              </a:ext>
            </a:extLst>
          </p:cNvPr>
          <p:cNvSpPr>
            <a:spLocks noGrp="1"/>
          </p:cNvSpPr>
          <p:nvPr>
            <p:ph type="sldNum" sz="quarter" idx="4"/>
          </p:nvPr>
        </p:nvSpPr>
        <p:spPr>
          <a:xfrm>
            <a:off x="11353800" y="6373164"/>
            <a:ext cx="457200" cy="314382"/>
          </a:xfrm>
          <a:prstGeom prst="rect">
            <a:avLst/>
          </a:prstGeom>
        </p:spPr>
        <p:txBody>
          <a:bodyPr vert="horz" lIns="91440" tIns="45720" rIns="91440" bIns="45720" rtlCol="0" anchor="ctr"/>
          <a:lstStyle>
            <a:lvl1pPr algn="r">
              <a:defRPr sz="1000">
                <a:solidFill>
                  <a:schemeClr val="bg1"/>
                </a:solidFill>
              </a:defRPr>
            </a:lvl1pPr>
          </a:lstStyle>
          <a:p>
            <a:fld id="{324C0A44-AD9E-49C7-A6F8-E7DA309B6D4F}" type="slidenum">
              <a:rPr lang="en-US" smtClean="0"/>
              <a:pPr/>
              <a:t>‹#›</a:t>
            </a:fld>
            <a:endParaRPr lang="en-US" dirty="0"/>
          </a:p>
        </p:txBody>
      </p:sp>
      <p:sp>
        <p:nvSpPr>
          <p:cNvPr id="4" name="Rectangle 26">
            <a:extLst>
              <a:ext uri="{FF2B5EF4-FFF2-40B4-BE49-F238E27FC236}">
                <a16:creationId xmlns:a16="http://schemas.microsoft.com/office/drawing/2014/main" id="{C3C81C5B-66C8-FFD9-0D3A-6ACA84B3D7C8}"/>
              </a:ext>
            </a:extLst>
          </p:cNvPr>
          <p:cNvSpPr/>
          <p:nvPr userDrawn="1"/>
        </p:nvSpPr>
        <p:spPr>
          <a:xfrm>
            <a:off x="501" y="6761480"/>
            <a:ext cx="12191499"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sz="2800"/>
          </a:p>
        </p:txBody>
      </p:sp>
      <p:pic>
        <p:nvPicPr>
          <p:cNvPr id="7" name="Picture 6">
            <a:extLst>
              <a:ext uri="{FF2B5EF4-FFF2-40B4-BE49-F238E27FC236}">
                <a16:creationId xmlns:a16="http://schemas.microsoft.com/office/drawing/2014/main" id="{88AFF319-A981-1749-26D6-D8CFD19E8DF3}"/>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10909331" y="406351"/>
            <a:ext cx="834464" cy="272108"/>
          </a:xfrm>
          <a:prstGeom prst="rect">
            <a:avLst/>
          </a:prstGeom>
        </p:spPr>
      </p:pic>
    </p:spTree>
    <p:extLst>
      <p:ext uri="{BB962C8B-B14F-4D97-AF65-F5344CB8AC3E}">
        <p14:creationId xmlns:p14="http://schemas.microsoft.com/office/powerpoint/2010/main" val="171229364"/>
      </p:ext>
    </p:extLst>
  </p:cSld>
  <p:clrMap bg1="lt1" tx1="dk1" bg2="lt2" tx2="dk2" accent1="accent1" accent2="accent2" accent3="accent3" accent4="accent4" accent5="accent5" accent6="accent6" hlink="hlink" folHlink="folHlink"/>
  <p:sldLayoutIdLst>
    <p:sldLayoutId id="2147483919" r:id="rId1"/>
    <p:sldLayoutId id="2147483916" r:id="rId2"/>
    <p:sldLayoutId id="2147483917" r:id="rId3"/>
    <p:sldLayoutId id="2147483918" r:id="rId4"/>
    <p:sldLayoutId id="2147483925" r:id="rId5"/>
    <p:sldLayoutId id="2147483926" r:id="rId6"/>
    <p:sldLayoutId id="2147483927" r:id="rId7"/>
    <p:sldLayoutId id="2147483930" r:id="rId8"/>
    <p:sldLayoutId id="2147483915" r:id="rId9"/>
    <p:sldLayoutId id="2147483931" r:id="rId10"/>
    <p:sldLayoutId id="2147483932" r:id="rId11"/>
    <p:sldLayoutId id="2147483933" r:id="rId12"/>
    <p:sldLayoutId id="2147483934" r:id="rId13"/>
    <p:sldLayoutId id="2147483935" r:id="rId14"/>
    <p:sldLayoutId id="2147483936" r:id="rId15"/>
    <p:sldLayoutId id="2147483937" r:id="rId16"/>
    <p:sldLayoutId id="2147483938" r:id="rId17"/>
    <p:sldLayoutId id="2147483939" r:id="rId18"/>
    <p:sldLayoutId id="2147483940" r:id="rId19"/>
    <p:sldLayoutId id="2147483941" r:id="rId20"/>
    <p:sldLayoutId id="2147483945" r:id="rId21"/>
    <p:sldLayoutId id="2147483946" r:id="rId22"/>
    <p:sldLayoutId id="2147483949" r:id="rId23"/>
    <p:sldLayoutId id="2147483951" r:id="rId24"/>
    <p:sldLayoutId id="2147483952" r:id="rId25"/>
    <p:sldLayoutId id="2147483953" r:id="rId26"/>
    <p:sldLayoutId id="2147484006" r:id="rId27"/>
    <p:sldLayoutId id="2147483954" r:id="rId28"/>
    <p:sldLayoutId id="2147483955" r:id="rId29"/>
    <p:sldLayoutId id="2147483956" r:id="rId30"/>
    <p:sldLayoutId id="2147483957" r:id="rId31"/>
    <p:sldLayoutId id="2147483958" r:id="rId32"/>
    <p:sldLayoutId id="2147483959" r:id="rId33"/>
    <p:sldLayoutId id="2147483960" r:id="rId34"/>
    <p:sldLayoutId id="2147483961" r:id="rId35"/>
    <p:sldLayoutId id="2147483962" r:id="rId36"/>
    <p:sldLayoutId id="2147483963" r:id="rId37"/>
    <p:sldLayoutId id="2147483965" r:id="rId38"/>
    <p:sldLayoutId id="2147484004" r:id="rId39"/>
    <p:sldLayoutId id="2147483967" r:id="rId40"/>
    <p:sldLayoutId id="2147483968" r:id="rId41"/>
    <p:sldLayoutId id="2147483969" r:id="rId42"/>
    <p:sldLayoutId id="2147483970" r:id="rId43"/>
    <p:sldLayoutId id="2147483974" r:id="rId44"/>
    <p:sldLayoutId id="2147484007" r:id="rId45"/>
    <p:sldLayoutId id="2147484013" r:id="rId46"/>
    <p:sldLayoutId id="2147483976" r:id="rId47"/>
    <p:sldLayoutId id="2147483979" r:id="rId48"/>
    <p:sldLayoutId id="2147484005" r:id="rId49"/>
  </p:sldLayoutIdLst>
  <p:hf hdr="0" ftr="0" dt="0"/>
  <p:txStyles>
    <p:titleStyle>
      <a:lvl1pPr algn="l" defTabSz="914400" rtl="0" eaLnBrk="1" latinLnBrk="0" hangingPunct="1">
        <a:lnSpc>
          <a:spcPct val="90000"/>
        </a:lnSpc>
        <a:spcBef>
          <a:spcPct val="0"/>
        </a:spcBef>
        <a:buNone/>
        <a:defRPr sz="3000" b="1" kern="1200" spc="-150">
          <a:solidFill>
            <a:schemeClr val="bg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bg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bg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2160">
          <p15:clr>
            <a:srgbClr val="F26B43"/>
          </p15:clr>
        </p15:guide>
        <p15:guide id="10" pos="3840">
          <p15:clr>
            <a:srgbClr val="F26B43"/>
          </p15:clr>
        </p15:guide>
        <p15:guide id="11" orient="horz" pos="3984">
          <p15:clr>
            <a:srgbClr val="F26B43"/>
          </p15:clr>
        </p15:guide>
        <p15:guide id="12" pos="240">
          <p15:clr>
            <a:srgbClr val="F26B43"/>
          </p15:clr>
        </p15:guide>
        <p15:guide id="13" pos="7440">
          <p15:clr>
            <a:srgbClr val="F26B43"/>
          </p15:clr>
        </p15:guide>
        <p15:guide id="14" orient="horz" pos="744">
          <p15:clr>
            <a:srgbClr val="F26B43"/>
          </p15:clr>
        </p15:guide>
        <p15:guide id="15" orient="horz" pos="864">
          <p15:clr>
            <a:srgbClr val="F26B43"/>
          </p15:clr>
        </p15:guide>
        <p15:guide id="16" orient="horz" pos="37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B27F2F-6FE5-CE24-DC04-0B588CAA102A}"/>
              </a:ext>
            </a:extLst>
          </p:cNvPr>
          <p:cNvSpPr>
            <a:spLocks noGrp="1"/>
          </p:cNvSpPr>
          <p:nvPr>
            <p:ph type="ctrTitle"/>
          </p:nvPr>
        </p:nvSpPr>
        <p:spPr>
          <a:xfrm>
            <a:off x="636088" y="1817225"/>
            <a:ext cx="8829198" cy="3284789"/>
          </a:xfrm>
        </p:spPr>
        <p:txBody>
          <a:bodyPr/>
          <a:lstStyle/>
          <a:p>
            <a:r>
              <a:rPr lang="en-US" sz="5400" dirty="0" err="1"/>
              <a:t>Hackweek</a:t>
            </a:r>
            <a:r>
              <a:rPr lang="en-US" sz="5400" dirty="0"/>
              <a:t> 2026</a:t>
            </a:r>
            <a:br>
              <a:rPr lang="en-US" sz="5400" dirty="0"/>
            </a:br>
            <a:r>
              <a:rPr lang="en-US" sz="5400" dirty="0"/>
              <a:t>AI Productivity in Practice.</a:t>
            </a:r>
            <a:br>
              <a:rPr lang="en-US" sz="5400" dirty="0"/>
            </a:br>
            <a:endParaRPr lang="en-US" sz="1600" dirty="0"/>
          </a:p>
        </p:txBody>
      </p:sp>
      <p:sp>
        <p:nvSpPr>
          <p:cNvPr id="5" name="TextBox 4"/>
          <p:cNvSpPr txBox="1"/>
          <p:nvPr/>
        </p:nvSpPr>
        <p:spPr>
          <a:xfrm>
            <a:off x="640080" y="1600200"/>
            <a:ext cx="10972800" cy="1828800"/>
          </a:xfrm>
          <a:prstGeom prst="rect">
            <a:avLst/>
          </a:prstGeom>
          <a:noFill/>
        </p:spPr>
        <p:txBody>
          <a:bodyPr wrap="square" anchor="t" lIns="36576" rIns="36576" tIns="18288" bIns="18288">
            <a:spAutoFit/>
          </a:bodyPr>
          <a:lstStyle/>
          <a:p>
            <a:pPr algn="l">
              <a:spcBef>
                <a:spcPts val="0"/>
              </a:spcBef>
              <a:spcAft>
                <a:spcPts val="400"/>
              </a:spcAft>
            </a:pPr>
            <a:r>
              <a:rPr sz="6600" b="1">
                <a:solidFill>
                  <a:srgbClr val="FFFFFF"/>
                </a:solidFill>
                <a:latin typeface="Arial"/>
              </a:rPr>
              <a:t>Amplify</a:t>
            </a:r>
          </a:p>
          <a:p>
            <a:pPr algn="l">
              <a:spcBef>
                <a:spcPts val="0"/>
              </a:spcBef>
              <a:spcAft>
                <a:spcPts val="0"/>
              </a:spcAft>
            </a:pPr>
            <a:r>
              <a:rPr sz="2600" b="0">
                <a:solidFill>
                  <a:srgbClr val="FFFFFF"/>
                </a:solidFill>
                <a:latin typeface="Arial"/>
              </a:rPr>
              <a:t>Every ship, amplified to sales.</a:t>
            </a:r>
          </a:p>
        </p:txBody>
      </p:sp>
    </p:spTree>
    <p:extLst>
      <p:ext uri="{BB962C8B-B14F-4D97-AF65-F5344CB8AC3E}">
        <p14:creationId xmlns:p14="http://schemas.microsoft.com/office/powerpoint/2010/main" val="684034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a:extLst>
              <a:ext uri="{FF2B5EF4-FFF2-40B4-BE49-F238E27FC236}">
                <a16:creationId xmlns:a16="http://schemas.microsoft.com/office/drawing/2014/main" id="{08702E12-634C-5A33-EBF6-3FB4E2EE7BA9}"/>
              </a:ext>
            </a:extLst>
          </p:cNvPr>
          <p:cNvSpPr txBox="1">
            <a:spLocks/>
          </p:cNvSpPr>
          <p:nvPr/>
        </p:nvSpPr>
        <p:spPr>
          <a:xfrm>
            <a:off x="11539560" y="6489868"/>
            <a:ext cx="153964" cy="13554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RO" smtClean="0"/>
              <a:pPr/>
              <a:t>2</a:t>
            </a:fld>
            <a:endParaRPr lang="en-RO"/>
          </a:p>
        </p:txBody>
      </p:sp>
      <p:sp>
        <p:nvSpPr>
          <p:cNvPr id="35" name="Headline goes here. Maximum in 2 lines. All headlines should be sentence case.">
            <a:extLst>
              <a:ext uri="{FF2B5EF4-FFF2-40B4-BE49-F238E27FC236}">
                <a16:creationId xmlns:a16="http://schemas.microsoft.com/office/drawing/2014/main" id="{F6185BFB-D1A0-0E29-2A25-D8079533F85F}"/>
              </a:ext>
            </a:extLst>
          </p:cNvPr>
          <p:cNvSpPr txBox="1">
            <a:spLocks/>
          </p:cNvSpPr>
          <p:nvPr/>
        </p:nvSpPr>
        <p:spPr>
          <a:xfrm>
            <a:off x="628651" y="793754"/>
            <a:ext cx="8343901" cy="384721"/>
          </a:xfrm>
          <a:prstGeom prst="rect">
            <a:avLst/>
          </a:prstGeom>
        </p:spPr>
        <p:txBody>
          <a:bodyPr wrap="square"/>
          <a:lstStyle>
            <a:lvl1pPr marL="0" indent="0" algn="l" defTabSz="914400" rtl="0" eaLnBrk="1" latinLnBrk="0" hangingPunct="1">
              <a:lnSpc>
                <a:spcPct val="100000"/>
              </a:lnSpc>
              <a:spcBef>
                <a:spcPts val="0"/>
              </a:spcBef>
              <a:spcAft>
                <a:spcPts val="600"/>
              </a:spcAft>
              <a:buFont typeface="Wingdings" panose="05000000000000000000" pitchFamily="2" charset="2"/>
              <a:buNone/>
              <a:defRPr sz="1800" kern="1200" spc="0" baseline="0">
                <a:solidFill>
                  <a:schemeClr val="tx1"/>
                </a:solidFill>
                <a:latin typeface="+mn-lt"/>
                <a:ea typeface="+mn-ea"/>
                <a:cs typeface="+mn-cs"/>
              </a:defRPr>
            </a:lvl1pPr>
            <a:lvl2pPr marL="365760" indent="-182880" algn="l" defTabSz="914400" rtl="0" eaLnBrk="1" latinLnBrk="0" hangingPunct="1">
              <a:lnSpc>
                <a:spcPct val="100000"/>
              </a:lnSpc>
              <a:spcBef>
                <a:spcPts val="0"/>
              </a:spcBef>
              <a:spcAft>
                <a:spcPts val="600"/>
              </a:spcAft>
              <a:buFont typeface="Wingdings" panose="05000000000000000000" pitchFamily="2" charset="2"/>
              <a:buChar char="§"/>
              <a:defRPr sz="1600" kern="1200" spc="0" baseline="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Wingdings" panose="05000000000000000000" pitchFamily="2" charset="2"/>
              <a:buChar char="§"/>
              <a:defRPr sz="1400" kern="1200" spc="0" baseline="0">
                <a:solidFill>
                  <a:schemeClr val="tx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Wingdings" panose="05000000000000000000" pitchFamily="2" charset="2"/>
              <a:buChar char="§"/>
              <a:defRPr sz="1200" kern="1200" spc="0" baseline="0">
                <a:solidFill>
                  <a:schemeClr val="tx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Wingdings" pitchFamily="2" charset="2"/>
              <a:buChar char="§"/>
              <a:defRPr sz="12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000"/>
              </a:lnSpc>
              <a:spcAft>
                <a:spcPts val="600"/>
              </a:spcAft>
              <a:tabLst>
                <a:tab pos="2222500" algn="l"/>
              </a:tabLst>
              <a:defRPr sz="3000" b="1" spc="-107"/>
            </a:pPr>
            <a:r>
              <a:rPr lang="en-US" sz="3000" b="1" spc="-107"/>
              <a:t>Team.</a:t>
            </a:r>
          </a:p>
        </p:txBody>
      </p:sp>
      <p:sp>
        <p:nvSpPr>
          <p:cNvPr id="36" name="Rounded Rectangle 35"/>
          <p:cNvSpPr/>
          <p:nvPr/>
        </p:nvSpPr>
        <p:spPr>
          <a:xfrm>
            <a:off x="502920" y="1874519"/>
            <a:ext cx="2459736" cy="2788920"/>
          </a:xfrm>
          <a:prstGeom prst="roundRect">
            <a:avLst>
              <a:gd name="adj" fmla="val 7000"/>
            </a:avLst>
          </a:prstGeom>
          <a:solidFill>
            <a:srgbClr val="FDEAE1"/>
          </a:solidFill>
          <a:ln w="19050">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202436" y="2185415"/>
            <a:ext cx="1060704" cy="1060704"/>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3000" b="1">
                <a:solidFill>
                  <a:srgbClr val="FFFFFF"/>
                </a:solidFill>
                <a:latin typeface="Arial"/>
              </a:rPr>
              <a:t>RH</a:t>
            </a:r>
          </a:p>
        </p:txBody>
      </p:sp>
      <p:sp>
        <p:nvSpPr>
          <p:cNvPr id="38" name="TextBox 37"/>
          <p:cNvSpPr txBox="1"/>
          <p:nvPr/>
        </p:nvSpPr>
        <p:spPr>
          <a:xfrm>
            <a:off x="576072" y="3392424"/>
            <a:ext cx="2313432" cy="365760"/>
          </a:xfrm>
          <a:prstGeom prst="rect">
            <a:avLst/>
          </a:prstGeom>
          <a:noFill/>
        </p:spPr>
        <p:txBody>
          <a:bodyPr wrap="square" anchor="t" lIns="36576" rIns="36576" tIns="18288" bIns="18288">
            <a:spAutoFit/>
          </a:bodyPr>
          <a:lstStyle/>
          <a:p>
            <a:pPr algn="ctr">
              <a:spcBef>
                <a:spcPts val="0"/>
              </a:spcBef>
              <a:spcAft>
                <a:spcPts val="0"/>
              </a:spcAft>
            </a:pPr>
            <a:r>
              <a:rPr sz="1450" b="1">
                <a:solidFill>
                  <a:srgbClr val="1B1B38"/>
                </a:solidFill>
                <a:latin typeface="Arial"/>
              </a:rPr>
              <a:t>Rakshith Hegde</a:t>
            </a:r>
          </a:p>
        </p:txBody>
      </p:sp>
      <p:sp>
        <p:nvSpPr>
          <p:cNvPr id="39" name="TextBox 38"/>
          <p:cNvSpPr txBox="1"/>
          <p:nvPr/>
        </p:nvSpPr>
        <p:spPr>
          <a:xfrm>
            <a:off x="576072" y="3739896"/>
            <a:ext cx="2313432" cy="502920"/>
          </a:xfrm>
          <a:prstGeom prst="rect">
            <a:avLst/>
          </a:prstGeom>
          <a:noFill/>
        </p:spPr>
        <p:txBody>
          <a:bodyPr wrap="square" anchor="t" lIns="36576" rIns="36576" tIns="18288" bIns="18288">
            <a:spAutoFit/>
          </a:bodyPr>
          <a:lstStyle/>
          <a:p>
            <a:pPr algn="ctr">
              <a:spcBef>
                <a:spcPts val="0"/>
              </a:spcBef>
              <a:spcAft>
                <a:spcPts val="0"/>
              </a:spcAft>
            </a:pPr>
            <a:r>
              <a:rPr sz="1100" b="1">
                <a:solidFill>
                  <a:srgbClr val="FA4616"/>
                </a:solidFill>
                <a:latin typeface="Arial"/>
              </a:rPr>
              <a:t>Software Engineer 2</a:t>
            </a:r>
          </a:p>
        </p:txBody>
      </p:sp>
      <p:sp>
        <p:nvSpPr>
          <p:cNvPr id="40" name="TextBox 39"/>
          <p:cNvSpPr txBox="1"/>
          <p:nvPr/>
        </p:nvSpPr>
        <p:spPr>
          <a:xfrm>
            <a:off x="557784" y="4270248"/>
            <a:ext cx="2350008" cy="310896"/>
          </a:xfrm>
          <a:prstGeom prst="rect">
            <a:avLst/>
          </a:prstGeom>
          <a:noFill/>
        </p:spPr>
        <p:txBody>
          <a:bodyPr wrap="square" anchor="t" lIns="36576" rIns="36576" tIns="18288" bIns="18288">
            <a:spAutoFit/>
          </a:bodyPr>
          <a:lstStyle/>
          <a:p>
            <a:pPr algn="ctr">
              <a:spcBef>
                <a:spcPts val="0"/>
              </a:spcBef>
              <a:spcAft>
                <a:spcPts val="0"/>
              </a:spcAft>
            </a:pPr>
            <a:r>
              <a:rPr sz="950" b="0">
                <a:solidFill>
                  <a:srgbClr val="6E6E80"/>
                </a:solidFill>
                <a:latin typeface="Arial"/>
              </a:rPr>
              <a:t>rakshith.hegde@uipath.com</a:t>
            </a:r>
          </a:p>
        </p:txBody>
      </p:sp>
      <p:sp>
        <p:nvSpPr>
          <p:cNvPr id="41" name="Rounded Rectangle 40"/>
          <p:cNvSpPr/>
          <p:nvPr/>
        </p:nvSpPr>
        <p:spPr>
          <a:xfrm>
            <a:off x="3410712" y="1874519"/>
            <a:ext cx="2459736" cy="2788920"/>
          </a:xfrm>
          <a:prstGeom prst="roundRect">
            <a:avLst>
              <a:gd name="adj" fmla="val 7000"/>
            </a:avLst>
          </a:prstGeom>
          <a:solidFill>
            <a:srgbClr val="E2F6F4"/>
          </a:solidFill>
          <a:ln w="19050">
            <a:solidFill>
              <a:srgbClr val="11B0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110228" y="2185415"/>
            <a:ext cx="1060704" cy="1060704"/>
          </a:xfrm>
          <a:prstGeom prst="ellipse">
            <a:avLst/>
          </a:prstGeom>
          <a:solidFill>
            <a:srgbClr val="11B0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3000" b="1">
                <a:solidFill>
                  <a:srgbClr val="FFFFFF"/>
                </a:solidFill>
                <a:latin typeface="Arial"/>
              </a:rPr>
              <a:t>SR</a:t>
            </a:r>
          </a:p>
        </p:txBody>
      </p:sp>
      <p:sp>
        <p:nvSpPr>
          <p:cNvPr id="43" name="TextBox 42"/>
          <p:cNvSpPr txBox="1"/>
          <p:nvPr/>
        </p:nvSpPr>
        <p:spPr>
          <a:xfrm>
            <a:off x="3483864" y="3392424"/>
            <a:ext cx="2313432" cy="365760"/>
          </a:xfrm>
          <a:prstGeom prst="rect">
            <a:avLst/>
          </a:prstGeom>
          <a:noFill/>
        </p:spPr>
        <p:txBody>
          <a:bodyPr wrap="square" anchor="t" lIns="36576" rIns="36576" tIns="18288" bIns="18288">
            <a:spAutoFit/>
          </a:bodyPr>
          <a:lstStyle/>
          <a:p>
            <a:pPr algn="ctr">
              <a:spcBef>
                <a:spcPts val="0"/>
              </a:spcBef>
              <a:spcAft>
                <a:spcPts val="0"/>
              </a:spcAft>
            </a:pPr>
            <a:r>
              <a:rPr sz="1450" b="1">
                <a:solidFill>
                  <a:srgbClr val="1B1B38"/>
                </a:solidFill>
                <a:latin typeface="Arial"/>
              </a:rPr>
              <a:t>Sandeep Rao</a:t>
            </a:r>
          </a:p>
        </p:txBody>
      </p:sp>
      <p:sp>
        <p:nvSpPr>
          <p:cNvPr id="44" name="TextBox 43"/>
          <p:cNvSpPr txBox="1"/>
          <p:nvPr/>
        </p:nvSpPr>
        <p:spPr>
          <a:xfrm>
            <a:off x="3483864" y="3739896"/>
            <a:ext cx="2313432" cy="502920"/>
          </a:xfrm>
          <a:prstGeom prst="rect">
            <a:avLst/>
          </a:prstGeom>
          <a:noFill/>
        </p:spPr>
        <p:txBody>
          <a:bodyPr wrap="square" anchor="t" lIns="36576" rIns="36576" tIns="18288" bIns="18288">
            <a:spAutoFit/>
          </a:bodyPr>
          <a:lstStyle/>
          <a:p>
            <a:pPr algn="ctr">
              <a:spcBef>
                <a:spcPts val="0"/>
              </a:spcBef>
              <a:spcAft>
                <a:spcPts val="0"/>
              </a:spcAft>
            </a:pPr>
            <a:r>
              <a:rPr sz="1100" b="1">
                <a:solidFill>
                  <a:srgbClr val="11B0A3"/>
                </a:solidFill>
                <a:latin typeface="Arial"/>
              </a:rPr>
              <a:t>Principal Software Engineer</a:t>
            </a:r>
          </a:p>
        </p:txBody>
      </p:sp>
      <p:sp>
        <p:nvSpPr>
          <p:cNvPr id="45" name="TextBox 44"/>
          <p:cNvSpPr txBox="1"/>
          <p:nvPr/>
        </p:nvSpPr>
        <p:spPr>
          <a:xfrm>
            <a:off x="3465576" y="4270248"/>
            <a:ext cx="2350008" cy="310896"/>
          </a:xfrm>
          <a:prstGeom prst="rect">
            <a:avLst/>
          </a:prstGeom>
          <a:noFill/>
        </p:spPr>
        <p:txBody>
          <a:bodyPr wrap="square" anchor="t" lIns="36576" rIns="36576" tIns="18288" bIns="18288">
            <a:spAutoFit/>
          </a:bodyPr>
          <a:lstStyle/>
          <a:p>
            <a:pPr algn="ctr">
              <a:spcBef>
                <a:spcPts val="0"/>
              </a:spcBef>
              <a:spcAft>
                <a:spcPts val="0"/>
              </a:spcAft>
            </a:pPr>
            <a:r>
              <a:rPr sz="950" b="0">
                <a:solidFill>
                  <a:srgbClr val="6E6E80"/>
                </a:solidFill>
                <a:latin typeface="Arial"/>
              </a:rPr>
              <a:t>sandeep.rao@uipath.com</a:t>
            </a:r>
          </a:p>
        </p:txBody>
      </p:sp>
      <p:sp>
        <p:nvSpPr>
          <p:cNvPr id="46" name="Rounded Rectangle 45"/>
          <p:cNvSpPr/>
          <p:nvPr/>
        </p:nvSpPr>
        <p:spPr>
          <a:xfrm>
            <a:off x="6318504" y="1874519"/>
            <a:ext cx="2459736" cy="2788920"/>
          </a:xfrm>
          <a:prstGeom prst="roundRect">
            <a:avLst>
              <a:gd name="adj" fmla="val 7000"/>
            </a:avLst>
          </a:prstGeom>
          <a:solidFill>
            <a:srgbClr val="E8EFFC"/>
          </a:solidFill>
          <a:ln w="19050">
            <a:solidFill>
              <a:srgbClr val="2D6C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018020" y="2185415"/>
            <a:ext cx="1060704" cy="1060704"/>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3000" b="1">
                <a:solidFill>
                  <a:srgbClr val="FFFFFF"/>
                </a:solidFill>
                <a:latin typeface="Arial"/>
              </a:rPr>
              <a:t>BM</a:t>
            </a:r>
          </a:p>
        </p:txBody>
      </p:sp>
      <p:sp>
        <p:nvSpPr>
          <p:cNvPr id="48" name="TextBox 47"/>
          <p:cNvSpPr txBox="1"/>
          <p:nvPr/>
        </p:nvSpPr>
        <p:spPr>
          <a:xfrm>
            <a:off x="6391656" y="3392424"/>
            <a:ext cx="2313432" cy="365760"/>
          </a:xfrm>
          <a:prstGeom prst="rect">
            <a:avLst/>
          </a:prstGeom>
          <a:noFill/>
        </p:spPr>
        <p:txBody>
          <a:bodyPr wrap="square" anchor="t" lIns="36576" rIns="36576" tIns="18288" bIns="18288">
            <a:spAutoFit/>
          </a:bodyPr>
          <a:lstStyle/>
          <a:p>
            <a:pPr algn="ctr">
              <a:spcBef>
                <a:spcPts val="0"/>
              </a:spcBef>
              <a:spcAft>
                <a:spcPts val="0"/>
              </a:spcAft>
            </a:pPr>
            <a:r>
              <a:rPr sz="1450" b="1">
                <a:solidFill>
                  <a:srgbClr val="1B1B38"/>
                </a:solidFill>
                <a:latin typeface="Arial"/>
              </a:rPr>
              <a:t>Bhavana MS</a:t>
            </a:r>
          </a:p>
        </p:txBody>
      </p:sp>
      <p:sp>
        <p:nvSpPr>
          <p:cNvPr id="49" name="TextBox 48"/>
          <p:cNvSpPr txBox="1"/>
          <p:nvPr/>
        </p:nvSpPr>
        <p:spPr>
          <a:xfrm>
            <a:off x="6391656" y="3739896"/>
            <a:ext cx="2313432" cy="502920"/>
          </a:xfrm>
          <a:prstGeom prst="rect">
            <a:avLst/>
          </a:prstGeom>
          <a:noFill/>
        </p:spPr>
        <p:txBody>
          <a:bodyPr wrap="square" anchor="t" lIns="36576" rIns="36576" tIns="18288" bIns="18288">
            <a:spAutoFit/>
          </a:bodyPr>
          <a:lstStyle/>
          <a:p>
            <a:pPr algn="ctr">
              <a:spcBef>
                <a:spcPts val="0"/>
              </a:spcBef>
              <a:spcAft>
                <a:spcPts val="0"/>
              </a:spcAft>
            </a:pPr>
            <a:r>
              <a:rPr sz="1100" b="1">
                <a:solidFill>
                  <a:srgbClr val="2D6CDF"/>
                </a:solidFill>
                <a:latin typeface="Arial"/>
              </a:rPr>
              <a:t>Senior Engineering Manager</a:t>
            </a:r>
          </a:p>
        </p:txBody>
      </p:sp>
      <p:sp>
        <p:nvSpPr>
          <p:cNvPr id="50" name="TextBox 49"/>
          <p:cNvSpPr txBox="1"/>
          <p:nvPr/>
        </p:nvSpPr>
        <p:spPr>
          <a:xfrm>
            <a:off x="6373368" y="4270248"/>
            <a:ext cx="2350008" cy="310896"/>
          </a:xfrm>
          <a:prstGeom prst="rect">
            <a:avLst/>
          </a:prstGeom>
          <a:noFill/>
        </p:spPr>
        <p:txBody>
          <a:bodyPr wrap="square" anchor="t" lIns="36576" rIns="36576" tIns="18288" bIns="18288">
            <a:spAutoFit/>
          </a:bodyPr>
          <a:lstStyle/>
          <a:p>
            <a:pPr algn="ctr">
              <a:spcBef>
                <a:spcPts val="0"/>
              </a:spcBef>
              <a:spcAft>
                <a:spcPts val="0"/>
              </a:spcAft>
            </a:pPr>
            <a:r>
              <a:rPr sz="950" b="0">
                <a:solidFill>
                  <a:srgbClr val="6E6E80"/>
                </a:solidFill>
                <a:latin typeface="Arial"/>
              </a:rPr>
              <a:t>bhavana.ms@uipath.com</a:t>
            </a:r>
          </a:p>
        </p:txBody>
      </p:sp>
      <p:sp>
        <p:nvSpPr>
          <p:cNvPr id="51" name="Rounded Rectangle 50"/>
          <p:cNvSpPr/>
          <p:nvPr/>
        </p:nvSpPr>
        <p:spPr>
          <a:xfrm>
            <a:off x="9226296" y="1874519"/>
            <a:ext cx="2459736" cy="2788920"/>
          </a:xfrm>
          <a:prstGeom prst="roundRect">
            <a:avLst>
              <a:gd name="adj" fmla="val 7000"/>
            </a:avLst>
          </a:prstGeom>
          <a:solidFill>
            <a:srgbClr val="EEEAFF"/>
          </a:solidFill>
          <a:ln w="19050">
            <a:solidFill>
              <a:srgbClr val="7A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925812" y="2185415"/>
            <a:ext cx="1060704" cy="1060704"/>
          </a:xfrm>
          <a:prstGeom prst="ellipse">
            <a:avLst/>
          </a:prstGeom>
          <a:solidFill>
            <a:srgbClr val="7A5C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3000" b="1">
                <a:solidFill>
                  <a:srgbClr val="FFFFFF"/>
                </a:solidFill>
                <a:latin typeface="Arial"/>
              </a:rPr>
              <a:t>IC</a:t>
            </a:r>
          </a:p>
        </p:txBody>
      </p:sp>
      <p:sp>
        <p:nvSpPr>
          <p:cNvPr id="53" name="TextBox 52"/>
          <p:cNvSpPr txBox="1"/>
          <p:nvPr/>
        </p:nvSpPr>
        <p:spPr>
          <a:xfrm>
            <a:off x="9299448" y="3392424"/>
            <a:ext cx="2313432" cy="365760"/>
          </a:xfrm>
          <a:prstGeom prst="rect">
            <a:avLst/>
          </a:prstGeom>
          <a:noFill/>
        </p:spPr>
        <p:txBody>
          <a:bodyPr wrap="square" anchor="t" lIns="36576" rIns="36576" tIns="18288" bIns="18288">
            <a:spAutoFit/>
          </a:bodyPr>
          <a:lstStyle/>
          <a:p>
            <a:pPr algn="ctr">
              <a:spcBef>
                <a:spcPts val="0"/>
              </a:spcBef>
              <a:spcAft>
                <a:spcPts val="0"/>
              </a:spcAft>
            </a:pPr>
            <a:r>
              <a:rPr sz="1450" b="1">
                <a:solidFill>
                  <a:srgbClr val="1B1B38"/>
                </a:solidFill>
                <a:latin typeface="Arial"/>
              </a:rPr>
              <a:t>Irina Capatina</a:t>
            </a:r>
          </a:p>
        </p:txBody>
      </p:sp>
      <p:sp>
        <p:nvSpPr>
          <p:cNvPr id="54" name="TextBox 53"/>
          <p:cNvSpPr txBox="1"/>
          <p:nvPr/>
        </p:nvSpPr>
        <p:spPr>
          <a:xfrm>
            <a:off x="9299448" y="3739896"/>
            <a:ext cx="2313432" cy="502920"/>
          </a:xfrm>
          <a:prstGeom prst="rect">
            <a:avLst/>
          </a:prstGeom>
          <a:noFill/>
        </p:spPr>
        <p:txBody>
          <a:bodyPr wrap="square" anchor="t" lIns="36576" rIns="36576" tIns="18288" bIns="18288">
            <a:spAutoFit/>
          </a:bodyPr>
          <a:lstStyle/>
          <a:p>
            <a:pPr algn="ctr">
              <a:spcBef>
                <a:spcPts val="0"/>
              </a:spcBef>
              <a:spcAft>
                <a:spcPts val="0"/>
              </a:spcAft>
            </a:pPr>
            <a:r>
              <a:rPr sz="1100" b="1">
                <a:solidFill>
                  <a:srgbClr val="7A5CFF"/>
                </a:solidFill>
                <a:latin typeface="Arial"/>
              </a:rPr>
              <a:t>Senior Product Manager</a:t>
            </a:r>
          </a:p>
        </p:txBody>
      </p:sp>
      <p:sp>
        <p:nvSpPr>
          <p:cNvPr id="55" name="TextBox 54"/>
          <p:cNvSpPr txBox="1"/>
          <p:nvPr/>
        </p:nvSpPr>
        <p:spPr>
          <a:xfrm>
            <a:off x="9281160" y="4270248"/>
            <a:ext cx="2350008" cy="310896"/>
          </a:xfrm>
          <a:prstGeom prst="rect">
            <a:avLst/>
          </a:prstGeom>
          <a:noFill/>
        </p:spPr>
        <p:txBody>
          <a:bodyPr wrap="square" anchor="t" lIns="36576" rIns="36576" tIns="18288" bIns="18288">
            <a:spAutoFit/>
          </a:bodyPr>
          <a:lstStyle/>
          <a:p>
            <a:pPr algn="ctr">
              <a:spcBef>
                <a:spcPts val="0"/>
              </a:spcBef>
              <a:spcAft>
                <a:spcPts val="0"/>
              </a:spcAft>
            </a:pPr>
            <a:r>
              <a:rPr sz="950" b="0">
                <a:solidFill>
                  <a:srgbClr val="6E6E80"/>
                </a:solidFill>
                <a:latin typeface="Arial"/>
              </a:rPr>
              <a:t>irina.capatina@uipath.com</a:t>
            </a:r>
          </a:p>
        </p:txBody>
      </p:sp>
    </p:spTree>
    <p:extLst>
      <p:ext uri="{BB962C8B-B14F-4D97-AF65-F5344CB8AC3E}">
        <p14:creationId xmlns:p14="http://schemas.microsoft.com/office/powerpoint/2010/main" val="355971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4A75E-51B3-B356-6662-ABFDCCADBA68}"/>
            </a:ext>
          </a:extLst>
        </p:cNvPr>
        <p:cNvGrpSpPr/>
        <p:nvPr/>
      </p:nvGrpSpPr>
      <p:grpSpPr>
        <a:xfrm>
          <a:off x="0" y="0"/>
          <a:ext cx="0" cy="0"/>
          <a:chOff x="0" y="0"/>
          <a:chExt cx="0" cy="0"/>
        </a:xfrm>
      </p:grpSpPr>
      <p:sp>
        <p:nvSpPr>
          <p:cNvPr id="5" name="Slide Number">
            <a:extLst>
              <a:ext uri="{FF2B5EF4-FFF2-40B4-BE49-F238E27FC236}">
                <a16:creationId xmlns:a16="http://schemas.microsoft.com/office/drawing/2014/main" id="{D3D9A3C8-B8B8-4859-F1AF-9D83A14F7216}"/>
              </a:ext>
            </a:extLst>
          </p:cNvPr>
          <p:cNvSpPr txBox="1">
            <a:spLocks/>
          </p:cNvSpPr>
          <p:nvPr/>
        </p:nvSpPr>
        <p:spPr>
          <a:xfrm>
            <a:off x="11539560" y="6489868"/>
            <a:ext cx="153964" cy="135546"/>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RO" smtClean="0"/>
              <a:pPr/>
              <a:t>3</a:t>
            </a:fld>
            <a:endParaRPr lang="en-RO"/>
          </a:p>
        </p:txBody>
      </p:sp>
      <p:sp>
        <p:nvSpPr>
          <p:cNvPr id="7" name="Headline goes here. Maximum in 2 lines. All headlines should be sentence case.">
            <a:extLst>
              <a:ext uri="{FF2B5EF4-FFF2-40B4-BE49-F238E27FC236}">
                <a16:creationId xmlns:a16="http://schemas.microsoft.com/office/drawing/2014/main" id="{F330494F-180A-7083-72BB-9FF66A27CABC}"/>
              </a:ext>
            </a:extLst>
          </p:cNvPr>
          <p:cNvSpPr txBox="1">
            <a:spLocks/>
          </p:cNvSpPr>
          <p:nvPr/>
        </p:nvSpPr>
        <p:spPr>
          <a:xfrm>
            <a:off x="545160" y="736343"/>
            <a:ext cx="8343901" cy="492443"/>
          </a:xfrm>
          <a:prstGeom prst="rect">
            <a:avLst/>
          </a:prstGeom>
        </p:spPr>
        <p:txBody>
          <a:bodyPr lIns="0" tIns="0" rIns="0" bIns="0" anchor="t">
            <a:spAutoFit/>
          </a:bodyPr>
          <a:lstStyle>
            <a:lvl1pPr marL="0" indent="0" algn="l" defTabSz="913486" rtl="0" eaLnBrk="1" latinLnBrk="0" hangingPunct="1">
              <a:lnSpc>
                <a:spcPct val="100000"/>
              </a:lnSpc>
              <a:spcBef>
                <a:spcPts val="0"/>
              </a:spcBef>
              <a:spcAft>
                <a:spcPts val="599"/>
              </a:spcAft>
              <a:buFont typeface="Wingdings" panose="05000000000000000000" pitchFamily="2" charset="2"/>
              <a:buNone/>
              <a:defRPr sz="1798" kern="1200" spc="0" baseline="0">
                <a:solidFill>
                  <a:schemeClr val="tx1"/>
                </a:solidFill>
                <a:latin typeface="+mn-lt"/>
                <a:ea typeface="+mn-ea"/>
                <a:cs typeface="+mn-cs"/>
              </a:defRPr>
            </a:lvl1pPr>
            <a:lvl2pPr marL="365394" indent="-182697" algn="l" defTabSz="913486" rtl="0" eaLnBrk="1" latinLnBrk="0" hangingPunct="1">
              <a:lnSpc>
                <a:spcPct val="100000"/>
              </a:lnSpc>
              <a:spcBef>
                <a:spcPts val="0"/>
              </a:spcBef>
              <a:spcAft>
                <a:spcPts val="599"/>
              </a:spcAft>
              <a:buFont typeface="Wingdings" panose="05000000000000000000" pitchFamily="2" charset="2"/>
              <a:buChar char="§"/>
              <a:defRPr sz="1598" kern="1200" spc="0" baseline="0">
                <a:solidFill>
                  <a:schemeClr val="tx1"/>
                </a:solidFill>
                <a:latin typeface="+mn-lt"/>
                <a:ea typeface="+mn-ea"/>
                <a:cs typeface="+mn-cs"/>
              </a:defRPr>
            </a:lvl2pPr>
            <a:lvl3pPr marL="548091" indent="-182697" algn="l" defTabSz="913486" rtl="0" eaLnBrk="1" latinLnBrk="0" hangingPunct="1">
              <a:lnSpc>
                <a:spcPct val="100000"/>
              </a:lnSpc>
              <a:spcBef>
                <a:spcPts val="0"/>
              </a:spcBef>
              <a:spcAft>
                <a:spcPts val="599"/>
              </a:spcAft>
              <a:buFont typeface="Wingdings" panose="05000000000000000000" pitchFamily="2" charset="2"/>
              <a:buChar char="§"/>
              <a:defRPr sz="1399" kern="1200" spc="0" baseline="0">
                <a:solidFill>
                  <a:schemeClr val="tx1"/>
                </a:solidFill>
                <a:latin typeface="+mn-lt"/>
                <a:ea typeface="+mn-ea"/>
                <a:cs typeface="+mn-cs"/>
              </a:defRPr>
            </a:lvl3pPr>
            <a:lvl4pPr marL="730788" indent="-182697" algn="l" defTabSz="913486" rtl="0" eaLnBrk="1" latinLnBrk="0" hangingPunct="1">
              <a:lnSpc>
                <a:spcPct val="100000"/>
              </a:lnSpc>
              <a:spcBef>
                <a:spcPts val="0"/>
              </a:spcBef>
              <a:spcAft>
                <a:spcPts val="599"/>
              </a:spcAft>
              <a:buFont typeface="Wingdings" panose="05000000000000000000" pitchFamily="2" charset="2"/>
              <a:buChar char="§"/>
              <a:defRPr sz="1199" kern="1200" spc="0" baseline="0">
                <a:solidFill>
                  <a:schemeClr val="tx1"/>
                </a:solidFill>
                <a:latin typeface="+mn-lt"/>
                <a:ea typeface="+mn-ea"/>
                <a:cs typeface="+mn-cs"/>
              </a:defRPr>
            </a:lvl4pPr>
            <a:lvl5pPr marL="913486" indent="-182697" algn="l" defTabSz="913486" rtl="0" eaLnBrk="1" latinLnBrk="0" hangingPunct="1">
              <a:lnSpc>
                <a:spcPct val="100000"/>
              </a:lnSpc>
              <a:spcBef>
                <a:spcPts val="0"/>
              </a:spcBef>
              <a:spcAft>
                <a:spcPts val="599"/>
              </a:spcAft>
              <a:buFont typeface="Wingdings" pitchFamily="2" charset="2"/>
              <a:buChar char="§"/>
              <a:defRPr sz="1199" kern="1200" spc="0" baseline="0">
                <a:solidFill>
                  <a:schemeClr val="tx1"/>
                </a:solidFill>
                <a:latin typeface="+mn-lt"/>
                <a:ea typeface="+mn-ea"/>
                <a:cs typeface="+mn-cs"/>
              </a:defRPr>
            </a:lvl5pPr>
            <a:lvl6pPr marL="2512085"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8828"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5571"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2314"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r>
              <a:rPr lang="en-GB" sz="3200" b="1" dirty="0"/>
              <a:t>Problem Statement.</a:t>
            </a:r>
          </a:p>
        </p:txBody>
      </p:sp>
      <p:sp>
        <p:nvSpPr>
          <p:cNvPr id="9" name="TextBox 8">
            <a:extLst>
              <a:ext uri="{FF2B5EF4-FFF2-40B4-BE49-F238E27FC236}">
                <a16:creationId xmlns:a16="http://schemas.microsoft.com/office/drawing/2014/main" id="{C4E5B5AC-22FE-05EC-F97C-99CD6E6B8138}"/>
              </a:ext>
            </a:extLst>
          </p:cNvPr>
          <p:cNvSpPr txBox="1"/>
          <p:nvPr/>
        </p:nvSpPr>
        <p:spPr>
          <a:xfrm>
            <a:off x="6309360" y="721511"/>
            <a:ext cx="6096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000000"/>
                </a:solidFill>
                <a:effectLst/>
                <a:uLnTx/>
                <a:uFillTx/>
                <a:latin typeface="Arial"/>
                <a:ea typeface="+mn-ea"/>
                <a:cs typeface="+mn-cs"/>
              </a:rPr>
              <a:t>Proposed Solution.</a:t>
            </a:r>
            <a:endParaRPr kumimoji="0" lang="en-US" sz="32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Rounded Rectangle 9"/>
          <p:cNvSpPr/>
          <p:nvPr/>
        </p:nvSpPr>
        <p:spPr>
          <a:xfrm>
            <a:off x="384048" y="1481328"/>
            <a:ext cx="5138928" cy="841248"/>
          </a:xfrm>
          <a:prstGeom prst="roundRect">
            <a:avLst>
              <a:gd name="adj" fmla="val 14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11" name="Oval 10"/>
          <p:cNvSpPr/>
          <p:nvPr/>
        </p:nvSpPr>
        <p:spPr>
          <a:xfrm>
            <a:off x="566928" y="1700784"/>
            <a:ext cx="402336" cy="402336"/>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600" b="1">
                <a:solidFill>
                  <a:srgbClr val="FFFFFF"/>
                </a:solidFill>
                <a:latin typeface="Arial"/>
              </a:rPr>
              <a:t>1</a:t>
            </a:r>
          </a:p>
        </p:txBody>
      </p:sp>
      <p:sp>
        <p:nvSpPr>
          <p:cNvPr id="12" name="TextBox 11"/>
          <p:cNvSpPr txBox="1"/>
          <p:nvPr/>
        </p:nvSpPr>
        <p:spPr>
          <a:xfrm>
            <a:off x="1133856" y="1600200"/>
            <a:ext cx="4279392" cy="640080"/>
          </a:xfrm>
          <a:prstGeom prst="rect">
            <a:avLst/>
          </a:prstGeom>
          <a:noFill/>
        </p:spPr>
        <p:txBody>
          <a:bodyPr wrap="square" anchor="ctr" lIns="36576" rIns="36576" tIns="18288" bIns="18288">
            <a:spAutoFit/>
          </a:bodyPr>
          <a:lstStyle/>
          <a:p>
            <a:pPr algn="l">
              <a:spcBef>
                <a:spcPts val="0"/>
              </a:spcBef>
              <a:spcAft>
                <a:spcPts val="200"/>
              </a:spcAft>
            </a:pPr>
            <a:r>
              <a:rPr sz="1500" b="1">
                <a:solidFill>
                  <a:srgbClr val="1B1B38"/>
                </a:solidFill>
                <a:latin typeface="Arial"/>
              </a:rPr>
              <a:t>Velocity outruns enablement</a:t>
            </a:r>
          </a:p>
          <a:p>
            <a:pPr algn="l">
              <a:spcBef>
                <a:spcPts val="0"/>
              </a:spcBef>
              <a:spcAft>
                <a:spcPts val="0"/>
              </a:spcAft>
            </a:pPr>
            <a:r>
              <a:rPr sz="1150" b="0">
                <a:solidFill>
                  <a:srgbClr val="6E6E80"/>
                </a:solidFill>
                <a:latin typeface="Arial"/>
              </a:rPr>
              <a:t>Engineering ships faster than sales can learn.</a:t>
            </a:r>
          </a:p>
        </p:txBody>
      </p:sp>
      <p:sp>
        <p:nvSpPr>
          <p:cNvPr id="13" name="Rounded Rectangle 12"/>
          <p:cNvSpPr/>
          <p:nvPr/>
        </p:nvSpPr>
        <p:spPr>
          <a:xfrm>
            <a:off x="384048" y="2414016"/>
            <a:ext cx="5138928" cy="841248"/>
          </a:xfrm>
          <a:prstGeom prst="roundRect">
            <a:avLst>
              <a:gd name="adj" fmla="val 14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14" name="Oval 13"/>
          <p:cNvSpPr/>
          <p:nvPr/>
        </p:nvSpPr>
        <p:spPr>
          <a:xfrm>
            <a:off x="566928" y="2633472"/>
            <a:ext cx="402336" cy="402336"/>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600" b="1">
                <a:solidFill>
                  <a:srgbClr val="FFFFFF"/>
                </a:solidFill>
                <a:latin typeface="Arial"/>
              </a:rPr>
              <a:t>2</a:t>
            </a:r>
          </a:p>
        </p:txBody>
      </p:sp>
      <p:sp>
        <p:nvSpPr>
          <p:cNvPr id="15" name="TextBox 14"/>
          <p:cNvSpPr txBox="1"/>
          <p:nvPr/>
        </p:nvSpPr>
        <p:spPr>
          <a:xfrm>
            <a:off x="1133856" y="2532888"/>
            <a:ext cx="4279392" cy="640080"/>
          </a:xfrm>
          <a:prstGeom prst="rect">
            <a:avLst/>
          </a:prstGeom>
          <a:noFill/>
        </p:spPr>
        <p:txBody>
          <a:bodyPr wrap="square" anchor="ctr" lIns="36576" rIns="36576" tIns="18288" bIns="18288">
            <a:spAutoFit/>
          </a:bodyPr>
          <a:lstStyle/>
          <a:p>
            <a:pPr algn="l">
              <a:spcBef>
                <a:spcPts val="0"/>
              </a:spcBef>
              <a:spcAft>
                <a:spcPts val="200"/>
              </a:spcAft>
            </a:pPr>
            <a:r>
              <a:rPr sz="1500" b="1">
                <a:solidFill>
                  <a:srgbClr val="1B1B38"/>
                </a:solidFill>
                <a:latin typeface="Arial"/>
              </a:rPr>
              <a:t>Shipped isn’t sellable</a:t>
            </a:r>
          </a:p>
          <a:p>
            <a:pPr algn="l">
              <a:spcBef>
                <a:spcPts val="0"/>
              </a:spcBef>
              <a:spcAft>
                <a:spcPts val="0"/>
              </a:spcAft>
            </a:pPr>
            <a:r>
              <a:rPr sz="1150" b="0">
                <a:solidFill>
                  <a:srgbClr val="6E6E80"/>
                </a:solidFill>
                <a:latin typeface="Arial"/>
              </a:rPr>
              <a:t>The field can’t tell its value or which customer it fits.</a:t>
            </a:r>
          </a:p>
        </p:txBody>
      </p:sp>
      <p:sp>
        <p:nvSpPr>
          <p:cNvPr id="16" name="Rounded Rectangle 15"/>
          <p:cNvSpPr/>
          <p:nvPr/>
        </p:nvSpPr>
        <p:spPr>
          <a:xfrm>
            <a:off x="384048" y="3346704"/>
            <a:ext cx="5138928" cy="841248"/>
          </a:xfrm>
          <a:prstGeom prst="roundRect">
            <a:avLst>
              <a:gd name="adj" fmla="val 14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17" name="Oval 16"/>
          <p:cNvSpPr/>
          <p:nvPr/>
        </p:nvSpPr>
        <p:spPr>
          <a:xfrm>
            <a:off x="566928" y="3566160"/>
            <a:ext cx="402336" cy="402336"/>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600" b="1">
                <a:solidFill>
                  <a:srgbClr val="FFFFFF"/>
                </a:solidFill>
                <a:latin typeface="Arial"/>
              </a:rPr>
              <a:t>3</a:t>
            </a:r>
          </a:p>
        </p:txBody>
      </p:sp>
      <p:sp>
        <p:nvSpPr>
          <p:cNvPr id="18" name="TextBox 17"/>
          <p:cNvSpPr txBox="1"/>
          <p:nvPr/>
        </p:nvSpPr>
        <p:spPr>
          <a:xfrm>
            <a:off x="1133856" y="3465576"/>
            <a:ext cx="4279392" cy="640080"/>
          </a:xfrm>
          <a:prstGeom prst="rect">
            <a:avLst/>
          </a:prstGeom>
          <a:noFill/>
        </p:spPr>
        <p:txBody>
          <a:bodyPr wrap="square" anchor="ctr" lIns="36576" rIns="36576" tIns="18288" bIns="18288">
            <a:spAutoFit/>
          </a:bodyPr>
          <a:lstStyle/>
          <a:p>
            <a:pPr algn="l">
              <a:spcBef>
                <a:spcPts val="0"/>
              </a:spcBef>
              <a:spcAft>
                <a:spcPts val="200"/>
              </a:spcAft>
            </a:pPr>
            <a:r>
              <a:rPr sz="1500" b="1">
                <a:solidFill>
                  <a:srgbClr val="1B1B38"/>
                </a:solidFill>
                <a:latin typeface="Arial"/>
              </a:rPr>
              <a:t>Context goes cold</a:t>
            </a:r>
          </a:p>
          <a:p>
            <a:pPr algn="l">
              <a:spcBef>
                <a:spcPts val="0"/>
              </a:spcBef>
              <a:spcAft>
                <a:spcPts val="0"/>
              </a:spcAft>
            </a:pPr>
            <a:r>
              <a:rPr sz="1150" b="0">
                <a:solidFill>
                  <a:srgbClr val="6E6E80"/>
                </a:solidFill>
                <a:latin typeface="Arial"/>
              </a:rPr>
              <a:t>Reconstructed weeks later by someone who didn’t build it.</a:t>
            </a:r>
          </a:p>
        </p:txBody>
      </p:sp>
      <p:sp>
        <p:nvSpPr>
          <p:cNvPr id="19" name="TextBox 18"/>
          <p:cNvSpPr txBox="1"/>
          <p:nvPr/>
        </p:nvSpPr>
        <p:spPr>
          <a:xfrm>
            <a:off x="384048" y="4425696"/>
            <a:ext cx="5120640" cy="310896"/>
          </a:xfrm>
          <a:prstGeom prst="rect">
            <a:avLst/>
          </a:prstGeom>
          <a:noFill/>
        </p:spPr>
        <p:txBody>
          <a:bodyPr wrap="square" anchor="t" lIns="36576" rIns="36576" tIns="18288" bIns="18288">
            <a:spAutoFit/>
          </a:bodyPr>
          <a:lstStyle/>
          <a:p>
            <a:pPr algn="l">
              <a:spcBef>
                <a:spcPts val="0"/>
              </a:spcBef>
              <a:spcAft>
                <a:spcPts val="0"/>
              </a:spcAft>
            </a:pPr>
            <a:r>
              <a:rPr sz="1200" b="1">
                <a:solidFill>
                  <a:srgbClr val="1B1B38"/>
                </a:solidFill>
                <a:latin typeface="Arial"/>
              </a:rPr>
              <a:t>Shipping outruns enablement</a:t>
            </a:r>
          </a:p>
        </p:txBody>
      </p:sp>
      <p:sp>
        <p:nvSpPr>
          <p:cNvPr id="20" name="TextBox 19"/>
          <p:cNvSpPr txBox="1"/>
          <p:nvPr/>
        </p:nvSpPr>
        <p:spPr>
          <a:xfrm>
            <a:off x="384048" y="4791456"/>
            <a:ext cx="1371600" cy="274320"/>
          </a:xfrm>
          <a:prstGeom prst="rect">
            <a:avLst/>
          </a:prstGeom>
          <a:noFill/>
        </p:spPr>
        <p:txBody>
          <a:bodyPr wrap="square" anchor="ctr" lIns="36576" rIns="36576" tIns="18288" bIns="18288">
            <a:spAutoFit/>
          </a:bodyPr>
          <a:lstStyle/>
          <a:p>
            <a:pPr algn="l">
              <a:spcBef>
                <a:spcPts val="0"/>
              </a:spcBef>
              <a:spcAft>
                <a:spcPts val="0"/>
              </a:spcAft>
            </a:pPr>
            <a:r>
              <a:rPr sz="1100" b="1">
                <a:solidFill>
                  <a:srgbClr val="1B1B38"/>
                </a:solidFill>
                <a:latin typeface="Arial"/>
              </a:rPr>
              <a:t>Shipped</a:t>
            </a:r>
          </a:p>
        </p:txBody>
      </p:sp>
      <p:sp>
        <p:nvSpPr>
          <p:cNvPr id="21" name="Rounded Rectangle 20"/>
          <p:cNvSpPr/>
          <p:nvPr/>
        </p:nvSpPr>
        <p:spPr>
          <a:xfrm>
            <a:off x="1783080" y="4791456"/>
            <a:ext cx="3611880" cy="274320"/>
          </a:xfrm>
          <a:prstGeom prst="roundRect">
            <a:avLst>
              <a:gd name="adj" fmla="val 3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5193792"/>
            <a:ext cx="1371600" cy="274320"/>
          </a:xfrm>
          <a:prstGeom prst="rect">
            <a:avLst/>
          </a:prstGeom>
          <a:noFill/>
        </p:spPr>
        <p:txBody>
          <a:bodyPr wrap="square" anchor="ctr" lIns="36576" rIns="36576" tIns="18288" bIns="18288">
            <a:spAutoFit/>
          </a:bodyPr>
          <a:lstStyle/>
          <a:p>
            <a:pPr algn="l">
              <a:spcBef>
                <a:spcPts val="0"/>
              </a:spcBef>
              <a:spcAft>
                <a:spcPts val="0"/>
              </a:spcAft>
            </a:pPr>
            <a:r>
              <a:rPr sz="1100" b="1">
                <a:solidFill>
                  <a:srgbClr val="1B1B38"/>
                </a:solidFill>
                <a:latin typeface="Arial"/>
              </a:rPr>
              <a:t>Sellable</a:t>
            </a:r>
          </a:p>
        </p:txBody>
      </p:sp>
      <p:sp>
        <p:nvSpPr>
          <p:cNvPr id="23" name="Rounded Rectangle 22"/>
          <p:cNvSpPr/>
          <p:nvPr/>
        </p:nvSpPr>
        <p:spPr>
          <a:xfrm>
            <a:off x="1783080" y="5193792"/>
            <a:ext cx="1143000" cy="274320"/>
          </a:xfrm>
          <a:prstGeom prst="roundRect">
            <a:avLst>
              <a:gd name="adj" fmla="val 30000"/>
            </a:avLst>
          </a:prstGeom>
          <a:solidFill>
            <a:srgbClr val="CF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83080" y="5541264"/>
            <a:ext cx="3657600" cy="292608"/>
          </a:xfrm>
          <a:prstGeom prst="rect">
            <a:avLst/>
          </a:prstGeom>
          <a:noFill/>
        </p:spPr>
        <p:txBody>
          <a:bodyPr wrap="square" anchor="t" lIns="36576" rIns="36576" tIns="18288" bIns="18288">
            <a:spAutoFit/>
          </a:bodyPr>
          <a:lstStyle/>
          <a:p>
            <a:pPr algn="l">
              <a:spcBef>
                <a:spcPts val="0"/>
              </a:spcBef>
              <a:spcAft>
                <a:spcPts val="0"/>
              </a:spcAft>
            </a:pPr>
            <a:r>
              <a:rPr sz="1150" b="1">
                <a:solidFill>
                  <a:srgbClr val="FA4616"/>
                </a:solidFill>
                <a:latin typeface="Arial"/>
              </a:rPr>
              <a:t>← the enablement gap the field feels</a:t>
            </a:r>
          </a:p>
        </p:txBody>
      </p:sp>
      <p:sp>
        <p:nvSpPr>
          <p:cNvPr id="25" name="TextBox 24"/>
          <p:cNvSpPr txBox="1"/>
          <p:nvPr/>
        </p:nvSpPr>
        <p:spPr>
          <a:xfrm>
            <a:off x="5660136" y="1316736"/>
            <a:ext cx="5989320" cy="566928"/>
          </a:xfrm>
          <a:prstGeom prst="rect">
            <a:avLst/>
          </a:prstGeom>
          <a:noFill/>
        </p:spPr>
        <p:txBody>
          <a:bodyPr wrap="square" anchor="t" lIns="36576" rIns="36576" tIns="18288" bIns="18288">
            <a:spAutoFit/>
          </a:bodyPr>
          <a:lstStyle/>
          <a:p>
            <a:pPr algn="l">
              <a:spcBef>
                <a:spcPts val="0"/>
              </a:spcBef>
              <a:spcAft>
                <a:spcPts val="100"/>
              </a:spcAft>
            </a:pPr>
            <a:r>
              <a:rPr sz="1250" b="1">
                <a:solidFill>
                  <a:srgbClr val="1B1B38"/>
                </a:solidFill>
                <a:latin typeface="Arial"/>
              </a:rPr>
              <a:t>Amplify runs as a pipeline stage right after deploy —</a:t>
            </a:r>
          </a:p>
          <a:p>
            <a:pPr algn="l">
              <a:spcBef>
                <a:spcPts val="0"/>
              </a:spcBef>
              <a:spcAft>
                <a:spcPts val="0"/>
              </a:spcAft>
            </a:pPr>
            <a:r>
              <a:rPr sz="1200" b="0">
                <a:solidFill>
                  <a:srgbClr val="6E6E80"/>
                </a:solidFill>
                <a:latin typeface="Arial"/>
              </a:rPr>
              <a:t>enablement is now part of “done,” beside tests and docs.</a:t>
            </a:r>
          </a:p>
        </p:txBody>
      </p:sp>
      <p:sp>
        <p:nvSpPr>
          <p:cNvPr id="26" name="Chevron 25"/>
          <p:cNvSpPr/>
          <p:nvPr/>
        </p:nvSpPr>
        <p:spPr>
          <a:xfrm>
            <a:off x="5660136" y="1993392"/>
            <a:ext cx="1389888" cy="530352"/>
          </a:xfrm>
          <a:prstGeom prst="chevron">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150" b="0">
                <a:solidFill>
                  <a:srgbClr val="1B1B38"/>
                </a:solidFill>
                <a:latin typeface="Arial"/>
              </a:rPr>
              <a:t>Code</a:t>
            </a:r>
          </a:p>
        </p:txBody>
      </p:sp>
      <p:sp>
        <p:nvSpPr>
          <p:cNvPr id="27" name="Chevron 26"/>
          <p:cNvSpPr/>
          <p:nvPr/>
        </p:nvSpPr>
        <p:spPr>
          <a:xfrm>
            <a:off x="6775704" y="1993392"/>
            <a:ext cx="1389888" cy="530352"/>
          </a:xfrm>
          <a:prstGeom prst="chevron">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150" b="0">
                <a:solidFill>
                  <a:srgbClr val="1B1B38"/>
                </a:solidFill>
                <a:latin typeface="Arial"/>
              </a:rPr>
              <a:t>Build</a:t>
            </a:r>
          </a:p>
        </p:txBody>
      </p:sp>
      <p:sp>
        <p:nvSpPr>
          <p:cNvPr id="28" name="Chevron 27"/>
          <p:cNvSpPr/>
          <p:nvPr/>
        </p:nvSpPr>
        <p:spPr>
          <a:xfrm>
            <a:off x="7891272" y="1993392"/>
            <a:ext cx="1389888" cy="530352"/>
          </a:xfrm>
          <a:prstGeom prst="chevron">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150" b="0">
                <a:solidFill>
                  <a:srgbClr val="1B1B38"/>
                </a:solidFill>
                <a:latin typeface="Arial"/>
              </a:rPr>
              <a:t>Test</a:t>
            </a:r>
          </a:p>
        </p:txBody>
      </p:sp>
      <p:sp>
        <p:nvSpPr>
          <p:cNvPr id="29" name="Chevron 28"/>
          <p:cNvSpPr/>
          <p:nvPr/>
        </p:nvSpPr>
        <p:spPr>
          <a:xfrm>
            <a:off x="9006840" y="1993392"/>
            <a:ext cx="1389888" cy="530352"/>
          </a:xfrm>
          <a:prstGeom prst="chevron">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150" b="0">
                <a:solidFill>
                  <a:srgbClr val="1B1B38"/>
                </a:solidFill>
                <a:latin typeface="Arial"/>
              </a:rPr>
              <a:t>Deploy</a:t>
            </a:r>
          </a:p>
        </p:txBody>
      </p:sp>
      <p:sp>
        <p:nvSpPr>
          <p:cNvPr id="30" name="Chevron 29"/>
          <p:cNvSpPr/>
          <p:nvPr/>
        </p:nvSpPr>
        <p:spPr>
          <a:xfrm>
            <a:off x="10122408" y="1993392"/>
            <a:ext cx="1389888" cy="530352"/>
          </a:xfrm>
          <a:prstGeom prst="chevron">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150" b="1">
                <a:solidFill>
                  <a:srgbClr val="FFFFFF"/>
                </a:solidFill>
                <a:latin typeface="Arial"/>
              </a:rPr>
              <a:t>Amplify</a:t>
            </a:r>
          </a:p>
        </p:txBody>
      </p:sp>
      <p:sp>
        <p:nvSpPr>
          <p:cNvPr id="31" name="Down Arrow 30"/>
          <p:cNvSpPr/>
          <p:nvPr/>
        </p:nvSpPr>
        <p:spPr>
          <a:xfrm>
            <a:off x="8275320" y="2615184"/>
            <a:ext cx="310896" cy="274320"/>
          </a:xfrm>
          <a:prstGeom prst="downArrow">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660136" y="2944368"/>
            <a:ext cx="2816352" cy="658368"/>
          </a:xfrm>
          <a:prstGeom prst="roundRect">
            <a:avLst>
              <a:gd name="adj" fmla="val 16000"/>
            </a:avLst>
          </a:prstGeom>
          <a:solidFill>
            <a:srgbClr val="FFFFFF"/>
          </a:solidFill>
          <a:ln w="12700">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spcBef>
                <a:spcPts val="0"/>
              </a:spcBef>
              <a:spcAft>
                <a:spcPts val="100"/>
              </a:spcAft>
            </a:pPr>
            <a:r>
              <a:rPr sz="1250" b="1">
                <a:solidFill>
                  <a:srgbClr val="1B1B38"/>
                </a:solidFill>
                <a:latin typeface="Arial"/>
              </a:rPr>
              <a:t>Enablement video</a:t>
            </a:r>
          </a:p>
          <a:p>
            <a:pPr algn="ctr">
              <a:spcBef>
                <a:spcPts val="0"/>
              </a:spcBef>
              <a:spcAft>
                <a:spcPts val="0"/>
              </a:spcAft>
            </a:pPr>
            <a:r>
              <a:rPr sz="1000" b="0">
                <a:solidFill>
                  <a:srgbClr val="6E6E80"/>
                </a:solidFill>
                <a:latin typeface="Arial"/>
              </a:rPr>
              <a:t>~2 min · on-brand · narrated</a:t>
            </a:r>
          </a:p>
        </p:txBody>
      </p:sp>
      <p:sp>
        <p:nvSpPr>
          <p:cNvPr id="33" name="Rounded Rectangle 32"/>
          <p:cNvSpPr/>
          <p:nvPr/>
        </p:nvSpPr>
        <p:spPr>
          <a:xfrm>
            <a:off x="8613648" y="2944368"/>
            <a:ext cx="2788920" cy="658368"/>
          </a:xfrm>
          <a:prstGeom prst="roundRect">
            <a:avLst>
              <a:gd name="adj" fmla="val 16000"/>
            </a:avLst>
          </a:prstGeom>
          <a:solidFill>
            <a:srgbClr val="FFFFFF"/>
          </a:solidFill>
          <a:ln w="12700">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spcBef>
                <a:spcPts val="0"/>
              </a:spcBef>
              <a:spcAft>
                <a:spcPts val="100"/>
              </a:spcAft>
            </a:pPr>
            <a:r>
              <a:rPr sz="1250" b="1">
                <a:solidFill>
                  <a:srgbClr val="1B1B38"/>
                </a:solidFill>
                <a:latin typeface="Arial"/>
              </a:rPr>
              <a:t>Matching one-pager</a:t>
            </a:r>
          </a:p>
          <a:p>
            <a:pPr algn="ctr">
              <a:spcBef>
                <a:spcPts val="0"/>
              </a:spcBef>
              <a:spcAft>
                <a:spcPts val="0"/>
              </a:spcAft>
            </a:pPr>
            <a:r>
              <a:rPr sz="1000" b="0">
                <a:solidFill>
                  <a:srgbClr val="6E6E80"/>
                </a:solidFill>
                <a:latin typeface="Arial"/>
              </a:rPr>
              <a:t>same plan · second artifact</a:t>
            </a:r>
          </a:p>
        </p:txBody>
      </p:sp>
      <p:sp>
        <p:nvSpPr>
          <p:cNvPr id="34" name="Rounded Rectangle 33"/>
          <p:cNvSpPr/>
          <p:nvPr/>
        </p:nvSpPr>
        <p:spPr>
          <a:xfrm>
            <a:off x="5660136" y="3858768"/>
            <a:ext cx="5742432" cy="658368"/>
          </a:xfrm>
          <a:prstGeom prst="roundRect">
            <a:avLst>
              <a:gd name="adj" fmla="val 12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35" name="Oval 34"/>
          <p:cNvSpPr/>
          <p:nvPr/>
        </p:nvSpPr>
        <p:spPr>
          <a:xfrm>
            <a:off x="5870448" y="4041648"/>
            <a:ext cx="310896" cy="310896"/>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300" b="1">
                <a:solidFill>
                  <a:srgbClr val="FFFFFF"/>
                </a:solidFill>
                <a:latin typeface="Arial"/>
              </a:rPr>
              <a:t>✓</a:t>
            </a:r>
          </a:p>
        </p:txBody>
      </p:sp>
      <p:sp>
        <p:nvSpPr>
          <p:cNvPr id="36" name="TextBox 35"/>
          <p:cNvSpPr txBox="1"/>
          <p:nvPr/>
        </p:nvSpPr>
        <p:spPr>
          <a:xfrm>
            <a:off x="6327648" y="3931920"/>
            <a:ext cx="4937760" cy="548640"/>
          </a:xfrm>
          <a:prstGeom prst="rect">
            <a:avLst/>
          </a:prstGeom>
          <a:noFill/>
        </p:spPr>
        <p:txBody>
          <a:bodyPr wrap="square" anchor="ctr" lIns="36576" rIns="36576" tIns="18288" bIns="18288">
            <a:spAutoFit/>
          </a:bodyPr>
          <a:lstStyle/>
          <a:p>
            <a:pPr algn="l">
              <a:spcBef>
                <a:spcPts val="0"/>
              </a:spcBef>
              <a:spcAft>
                <a:spcPts val="100"/>
              </a:spcAft>
            </a:pPr>
            <a:r>
              <a:rPr sz="1150" b="1">
                <a:solidFill>
                  <a:srgbClr val="1B1B38"/>
                </a:solidFill>
                <a:latin typeface="Arial"/>
              </a:rPr>
              <a:t>Capture, not publish.</a:t>
            </a:r>
          </a:p>
          <a:p>
            <a:pPr algn="l">
              <a:spcBef>
                <a:spcPts val="0"/>
              </a:spcBef>
              <a:spcAft>
                <a:spcPts val="0"/>
              </a:spcAft>
            </a:pPr>
            <a:r>
              <a:rPr sz="1050" b="0">
                <a:solidFill>
                  <a:srgbClr val="6E6E80"/>
                </a:solidFill>
                <a:latin typeface="Arial"/>
              </a:rPr>
              <a:t>A human approves in Action Center before anything customer-facing ships.</a:t>
            </a:r>
          </a:p>
        </p:txBody>
      </p:sp>
      <p:sp>
        <p:nvSpPr>
          <p:cNvPr id="37" name="TextBox 36"/>
          <p:cNvSpPr txBox="1"/>
          <p:nvPr/>
        </p:nvSpPr>
        <p:spPr>
          <a:xfrm>
            <a:off x="5660136" y="4718304"/>
            <a:ext cx="5760720" cy="310896"/>
          </a:xfrm>
          <a:prstGeom prst="rect">
            <a:avLst/>
          </a:prstGeom>
          <a:noFill/>
        </p:spPr>
        <p:txBody>
          <a:bodyPr wrap="square" anchor="t" lIns="36576" rIns="36576" tIns="18288" bIns="18288">
            <a:spAutoFit/>
          </a:bodyPr>
          <a:lstStyle/>
          <a:p>
            <a:pPr algn="l">
              <a:spcBef>
                <a:spcPts val="0"/>
              </a:spcBef>
              <a:spcAft>
                <a:spcPts val="0"/>
              </a:spcAft>
            </a:pPr>
            <a:r>
              <a:rPr sz="1300" b="1">
                <a:solidFill>
                  <a:srgbClr val="FA4616"/>
                </a:solidFill>
                <a:latin typeface="Arial"/>
              </a:rPr>
              <a:t>Why Amplify stands out</a:t>
            </a:r>
          </a:p>
        </p:txBody>
      </p:sp>
      <p:sp>
        <p:nvSpPr>
          <p:cNvPr id="38" name="Oval 37"/>
          <p:cNvSpPr/>
          <p:nvPr/>
        </p:nvSpPr>
        <p:spPr>
          <a:xfrm>
            <a:off x="5687568" y="5093207"/>
            <a:ext cx="182880" cy="182880"/>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900" b="1">
                <a:solidFill>
                  <a:srgbClr val="FFFFFF"/>
                </a:solidFill>
                <a:latin typeface="Arial"/>
              </a:rPr>
              <a:t>✓</a:t>
            </a:r>
          </a:p>
        </p:txBody>
      </p:sp>
      <p:sp>
        <p:nvSpPr>
          <p:cNvPr id="39" name="TextBox 38"/>
          <p:cNvSpPr txBox="1"/>
          <p:nvPr/>
        </p:nvSpPr>
        <p:spPr>
          <a:xfrm>
            <a:off x="5980176" y="5038344"/>
            <a:ext cx="5394960" cy="310896"/>
          </a:xfrm>
          <a:prstGeom prst="rect">
            <a:avLst/>
          </a:prstGeom>
          <a:noFill/>
        </p:spPr>
        <p:txBody>
          <a:bodyPr wrap="square" anchor="ctr" lIns="36576" rIns="36576" tIns="18288" bIns="18288">
            <a:spAutoFit/>
          </a:bodyPr>
          <a:lstStyle/>
          <a:p>
            <a:pPr algn="l">
              <a:spcBef>
                <a:spcPts val="0"/>
              </a:spcBef>
              <a:spcAft>
                <a:spcPts val="0"/>
              </a:spcAft>
            </a:pPr>
            <a:r>
              <a:rPr sz="1150" b="0">
                <a:solidFill>
                  <a:srgbClr val="1B1B38"/>
                </a:solidFill>
                <a:latin typeface="Arial"/>
              </a:rPr>
              <a:t>Grounded in PR + Jira — never invents a claim.</a:t>
            </a:r>
          </a:p>
        </p:txBody>
      </p:sp>
      <p:sp>
        <p:nvSpPr>
          <p:cNvPr id="40" name="Oval 39"/>
          <p:cNvSpPr/>
          <p:nvPr/>
        </p:nvSpPr>
        <p:spPr>
          <a:xfrm>
            <a:off x="5687568" y="5458968"/>
            <a:ext cx="182880" cy="182880"/>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900" b="1">
                <a:solidFill>
                  <a:srgbClr val="FFFFFF"/>
                </a:solidFill>
                <a:latin typeface="Arial"/>
              </a:rPr>
              <a:t>✓</a:t>
            </a:r>
          </a:p>
        </p:txBody>
      </p:sp>
      <p:sp>
        <p:nvSpPr>
          <p:cNvPr id="41" name="TextBox 40"/>
          <p:cNvSpPr txBox="1"/>
          <p:nvPr/>
        </p:nvSpPr>
        <p:spPr>
          <a:xfrm>
            <a:off x="5980176" y="5404104"/>
            <a:ext cx="5394960" cy="310896"/>
          </a:xfrm>
          <a:prstGeom prst="rect">
            <a:avLst/>
          </a:prstGeom>
          <a:noFill/>
        </p:spPr>
        <p:txBody>
          <a:bodyPr wrap="square" anchor="ctr" lIns="36576" rIns="36576" tIns="18288" bIns="18288">
            <a:spAutoFit/>
          </a:bodyPr>
          <a:lstStyle/>
          <a:p>
            <a:pPr algn="l">
              <a:spcBef>
                <a:spcPts val="0"/>
              </a:spcBef>
              <a:spcAft>
                <a:spcPts val="0"/>
              </a:spcAft>
            </a:pPr>
            <a:r>
              <a:rPr sz="1150" b="0">
                <a:solidFill>
                  <a:srgbClr val="1B1B38"/>
                </a:solidFill>
                <a:latin typeface="Arial"/>
              </a:rPr>
              <a:t>Cinematic auto-zoom on real footage — not a static screen-dump.</a:t>
            </a:r>
          </a:p>
        </p:txBody>
      </p:sp>
      <p:sp>
        <p:nvSpPr>
          <p:cNvPr id="42" name="Oval 41"/>
          <p:cNvSpPr/>
          <p:nvPr/>
        </p:nvSpPr>
        <p:spPr>
          <a:xfrm>
            <a:off x="5687568" y="5824727"/>
            <a:ext cx="182880" cy="182880"/>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900" b="1">
                <a:solidFill>
                  <a:srgbClr val="FFFFFF"/>
                </a:solidFill>
                <a:latin typeface="Arial"/>
              </a:rPr>
              <a:t>✓</a:t>
            </a:r>
          </a:p>
        </p:txBody>
      </p:sp>
      <p:sp>
        <p:nvSpPr>
          <p:cNvPr id="43" name="TextBox 42"/>
          <p:cNvSpPr txBox="1"/>
          <p:nvPr/>
        </p:nvSpPr>
        <p:spPr>
          <a:xfrm>
            <a:off x="5980176" y="5769864"/>
            <a:ext cx="5394960" cy="310896"/>
          </a:xfrm>
          <a:prstGeom prst="rect">
            <a:avLst/>
          </a:prstGeom>
          <a:noFill/>
        </p:spPr>
        <p:txBody>
          <a:bodyPr wrap="square" anchor="ctr" lIns="36576" rIns="36576" tIns="18288" bIns="18288">
            <a:spAutoFit/>
          </a:bodyPr>
          <a:lstStyle/>
          <a:p>
            <a:pPr algn="l">
              <a:spcBef>
                <a:spcPts val="0"/>
              </a:spcBef>
              <a:spcAft>
                <a:spcPts val="0"/>
              </a:spcAft>
            </a:pPr>
            <a:r>
              <a:rPr sz="1150" b="0">
                <a:solidFill>
                  <a:srgbClr val="1B1B38"/>
                </a:solidFill>
                <a:latin typeface="Arial"/>
              </a:rPr>
              <a:t>Fires at merge, while the engineer’s context is richest.</a:t>
            </a:r>
          </a:p>
        </p:txBody>
      </p:sp>
    </p:spTree>
    <p:extLst>
      <p:ext uri="{BB962C8B-B14F-4D97-AF65-F5344CB8AC3E}">
        <p14:creationId xmlns:p14="http://schemas.microsoft.com/office/powerpoint/2010/main" val="3584437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2932-52BB-8DDE-62AE-C6F4B7897C66}"/>
            </a:ext>
          </a:extLst>
        </p:cNvPr>
        <p:cNvGrpSpPr/>
        <p:nvPr/>
      </p:nvGrpSpPr>
      <p:grpSpPr>
        <a:xfrm>
          <a:off x="0" y="0"/>
          <a:ext cx="0" cy="0"/>
          <a:chOff x="0" y="0"/>
          <a:chExt cx="0" cy="0"/>
        </a:xfrm>
      </p:grpSpPr>
      <p:sp>
        <p:nvSpPr>
          <p:cNvPr id="5" name="Slide Number">
            <a:extLst>
              <a:ext uri="{FF2B5EF4-FFF2-40B4-BE49-F238E27FC236}">
                <a16:creationId xmlns:a16="http://schemas.microsoft.com/office/drawing/2014/main" id="{306B7F60-B737-10DA-3388-228201292C75}"/>
              </a:ext>
            </a:extLst>
          </p:cNvPr>
          <p:cNvSpPr txBox="1">
            <a:spLocks/>
          </p:cNvSpPr>
          <p:nvPr/>
        </p:nvSpPr>
        <p:spPr>
          <a:xfrm>
            <a:off x="11539560" y="6489868"/>
            <a:ext cx="153964" cy="135546"/>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a:t>5</a:t>
            </a:r>
            <a:endParaRPr lang="en-RO"/>
          </a:p>
        </p:txBody>
      </p:sp>
      <p:sp>
        <p:nvSpPr>
          <p:cNvPr id="2" name="Slide Number">
            <a:extLst>
              <a:ext uri="{FF2B5EF4-FFF2-40B4-BE49-F238E27FC236}">
                <a16:creationId xmlns:a16="http://schemas.microsoft.com/office/drawing/2014/main" id="{81A95EE5-3139-4F80-CBCD-22F06FED50D6}"/>
              </a:ext>
            </a:extLst>
          </p:cNvPr>
          <p:cNvSpPr txBox="1">
            <a:spLocks/>
          </p:cNvSpPr>
          <p:nvPr/>
        </p:nvSpPr>
        <p:spPr>
          <a:xfrm>
            <a:off x="11539560" y="6489868"/>
            <a:ext cx="153964" cy="13554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a:t>5</a:t>
            </a:r>
            <a:endParaRPr lang="en-RO"/>
          </a:p>
        </p:txBody>
      </p:sp>
      <p:sp>
        <p:nvSpPr>
          <p:cNvPr id="11" name="Title 16">
            <a:extLst>
              <a:ext uri="{FF2B5EF4-FFF2-40B4-BE49-F238E27FC236}">
                <a16:creationId xmlns:a16="http://schemas.microsoft.com/office/drawing/2014/main" id="{FF7C9B30-8CA9-0979-2F5C-EEA0C4478F6B}"/>
              </a:ext>
            </a:extLst>
          </p:cNvPr>
          <p:cNvSpPr>
            <a:spLocks noGrp="1"/>
          </p:cNvSpPr>
          <p:nvPr>
            <p:ph type="title"/>
          </p:nvPr>
        </p:nvSpPr>
        <p:spPr>
          <a:xfrm>
            <a:off x="347055" y="522317"/>
            <a:ext cx="6603777" cy="689310"/>
          </a:xfrm>
        </p:spPr>
        <p:txBody>
          <a:bodyPr>
            <a:normAutofit/>
          </a:bodyPr>
          <a:lstStyle/>
          <a:p>
            <a:pPr>
              <a:lnSpc>
                <a:spcPts val="1600"/>
              </a:lnSpc>
              <a:spcBef>
                <a:spcPts val="1000"/>
              </a:spcBef>
            </a:pPr>
            <a:r>
              <a:rPr lang="en-GB" sz="3200" spc="0"/>
              <a:t>Benefits &amp; Technologies Used.</a:t>
            </a:r>
            <a:endParaRPr lang="en-US" sz="3200" spc="0"/>
          </a:p>
        </p:txBody>
      </p:sp>
      <p:sp>
        <p:nvSpPr>
          <p:cNvPr id="12" name="Text Placeholder 18">
            <a:extLst>
              <a:ext uri="{FF2B5EF4-FFF2-40B4-BE49-F238E27FC236}">
                <a16:creationId xmlns:a16="http://schemas.microsoft.com/office/drawing/2014/main" id="{F9BFA22D-936B-23B2-2400-CEB3E671CB8F}"/>
              </a:ext>
            </a:extLst>
          </p:cNvPr>
          <p:cNvSpPr txBox="1">
            <a:spLocks/>
          </p:cNvSpPr>
          <p:nvPr/>
        </p:nvSpPr>
        <p:spPr>
          <a:xfrm>
            <a:off x="347055" y="1247416"/>
            <a:ext cx="5493535" cy="4892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797"/>
              <a:t>Details</a:t>
            </a:r>
          </a:p>
        </p:txBody>
      </p:sp>
      <p:sp>
        <p:nvSpPr>
          <p:cNvPr id="13" name="Text Placeholder 25">
            <a:extLst>
              <a:ext uri="{FF2B5EF4-FFF2-40B4-BE49-F238E27FC236}">
                <a16:creationId xmlns:a16="http://schemas.microsoft.com/office/drawing/2014/main" id="{647CC6F8-9A37-78BE-43EB-BCD97975D912}"/>
              </a:ext>
            </a:extLst>
          </p:cNvPr>
          <p:cNvSpPr txBox="1">
            <a:spLocks/>
          </p:cNvSpPr>
          <p:nvPr/>
        </p:nvSpPr>
        <p:spPr>
          <a:xfrm>
            <a:off x="5662502" y="1247417"/>
            <a:ext cx="5493535" cy="4892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797" dirty="0"/>
              <a:t>Benefits</a:t>
            </a:r>
          </a:p>
        </p:txBody>
      </p:sp>
      <p:graphicFrame>
        <p:nvGraphicFramePr>
          <p:cNvPr id="15" name="Content Placeholder 13">
            <a:extLst>
              <a:ext uri="{FF2B5EF4-FFF2-40B4-BE49-F238E27FC236}">
                <a16:creationId xmlns:a16="http://schemas.microsoft.com/office/drawing/2014/main" id="{6A77F18A-1C6C-A3D3-A471-743A53B7F859}"/>
              </a:ext>
            </a:extLst>
          </p:cNvPr>
          <p:cNvGraphicFramePr>
            <a:graphicFrameLocks/>
          </p:cNvGraphicFramePr>
          <p:nvPr>
            <p:extLst>
              <p:ext uri="{D42A27DB-BD31-4B8C-83A1-F6EECF244321}">
                <p14:modId xmlns:p14="http://schemas.microsoft.com/office/powerpoint/2010/main" val="818665914"/>
              </p:ext>
            </p:extLst>
          </p:nvPr>
        </p:nvGraphicFramePr>
        <p:xfrm>
          <a:off x="387002" y="2023483"/>
          <a:ext cx="4694196" cy="2866116"/>
        </p:xfrm>
        <a:graphic>
          <a:graphicData uri="http://schemas.openxmlformats.org/drawingml/2006/table">
            <a:tbl>
              <a:tblPr firstRow="1" bandRow="1">
                <a:tableStyleId>{912C8C85-51F0-491E-9774-3900AFEF0FD7}</a:tableStyleId>
              </a:tblPr>
              <a:tblGrid>
                <a:gridCol w="2347098">
                  <a:extLst>
                    <a:ext uri="{9D8B030D-6E8A-4147-A177-3AD203B41FA5}">
                      <a16:colId xmlns:a16="http://schemas.microsoft.com/office/drawing/2014/main" val="100086855"/>
                    </a:ext>
                  </a:extLst>
                </a:gridCol>
                <a:gridCol w="2347098">
                  <a:extLst>
                    <a:ext uri="{9D8B030D-6E8A-4147-A177-3AD203B41FA5}">
                      <a16:colId xmlns:a16="http://schemas.microsoft.com/office/drawing/2014/main" val="2335256841"/>
                    </a:ext>
                  </a:extLst>
                </a:gridCol>
              </a:tblGrid>
              <a:tr h="7165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n-lt"/>
                        </a:rPr>
                        <a:t>End-User</a:t>
                      </a:r>
                      <a:endParaRPr kumimoji="0" lang="en-US" sz="1200" b="1" i="0" u="none" strike="noStrike" kern="1200" cap="none" spc="0" normalizeH="0" baseline="0" noProof="0">
                        <a:ln>
                          <a:noFill/>
                        </a:ln>
                        <a:solidFill>
                          <a:schemeClr val="bg1"/>
                        </a:solidFill>
                        <a:effectLst/>
                        <a:uLnTx/>
                        <a:uFillTx/>
                        <a:latin typeface="+mn-lt"/>
                        <a:ea typeface="+mn-ea"/>
                        <a:cs typeface="+mn-cs"/>
                      </a:endParaRPr>
                    </a:p>
                  </a:txBody>
                  <a:tcPr marL="106646" marR="106646" marT="45672" marB="45672" anchor="ctr">
                    <a:lnL w="19050" cap="flat" cmpd="sng" algn="ctr">
                      <a:noFill/>
                      <a:prstDash val="solid"/>
                      <a:round/>
                      <a:headEnd type="none" w="med" len="med"/>
                      <a:tailEnd type="none" w="med" len="med"/>
                    </a:lnL>
                    <a:lnR>
                      <a:noFill/>
                    </a:lnR>
                    <a:lnT w="1905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A4616"/>
                    </a:solidFill>
                  </a:tcPr>
                </a:tc>
                <a:tc>
                  <a:txBody>
                    <a:bodyPr wrap="square"/>
                    <a:lstStyle/>
                    <a:p>
                      <a:pPr marL="0" marR="0" lvl="0" indent="0" algn="l">
                        <a:lnSpc>
                          <a:spcPct val="100000"/>
                        </a:lnSpc>
                        <a:spcBef>
                          <a:spcPts val="0"/>
                        </a:spcBef>
                        <a:spcAft>
                          <a:spcPts val="600"/>
                        </a:spcAft>
                        <a:buNone/>
                      </a:pPr>
                      <a:r>
                        <a:rPr lang="en-US" sz="1050" b="0" i="0" u="none" strike="noStrike" kern="1200" cap="none" spc="0" normalizeH="0" baseline="0" noProof="0" dirty="0">
                          <a:ln>
                            <a:noFill/>
                          </a:ln>
                          <a:solidFill>
                            <a:schemeClr val="tx1"/>
                          </a:solidFill>
                          <a:effectLst/>
                          <a:uLnTx/>
                          <a:uFillTx/>
                          <a:latin typeface="+mn-lt"/>
                          <a:ea typeface="+mn-ea"/>
                          <a:cs typeface="+mn-cs"/>
                        </a:rPr>
                        <a:t>Sales / GTM teams + the engineers who ship.</a:t>
                      </a: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txBody>
                  <a:tcPr marL="106646" marR="106646" marT="45672" marB="45672" anchor="t">
                    <a:lnL>
                      <a:noFill/>
                    </a:lnL>
                    <a:lnR>
                      <a:noFill/>
                    </a:lnR>
                    <a:lnT w="1905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0907341"/>
                  </a:ext>
                </a:extLst>
              </a:tr>
              <a:tr h="7165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n-lt"/>
                        </a:rPr>
                        <a:t>User Department</a:t>
                      </a:r>
                      <a:endParaRPr kumimoji="0" lang="en-US" sz="1200" b="1" i="0" u="none" strike="noStrike" kern="1200" cap="none" spc="0" normalizeH="0" baseline="0" noProof="0">
                        <a:ln>
                          <a:noFill/>
                        </a:ln>
                        <a:solidFill>
                          <a:schemeClr val="bg1"/>
                        </a:solidFill>
                        <a:effectLst/>
                        <a:uLnTx/>
                        <a:uFillTx/>
                        <a:latin typeface="+mn-lt"/>
                        <a:ea typeface="+mn-ea"/>
                        <a:cs typeface="+mn-cs"/>
                      </a:endParaRPr>
                    </a:p>
                  </a:txBody>
                  <a:tcPr marL="106646" marR="106646" marT="45672" marB="45672" anchor="ctr">
                    <a:lnL w="19050" cap="flat" cmpd="sng" algn="ctr">
                      <a:no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A4616"/>
                    </a:solidFill>
                  </a:tcPr>
                </a:tc>
                <a:tc>
                  <a:txBody>
                    <a:bodyPr wrap="square"/>
                    <a:lstStyle/>
                    <a:p>
                      <a:pPr marL="0" marR="0" lvl="0" indent="0" algn="l">
                        <a:lnSpc>
                          <a:spcPct val="100000"/>
                        </a:lnSpc>
                        <a:spcBef>
                          <a:spcPts val="0"/>
                        </a:spcBef>
                        <a:spcAft>
                          <a:spcPts val="600"/>
                        </a:spcAft>
                        <a:buNone/>
                      </a:pPr>
                      <a:r>
                        <a:rPr lang="en-US" sz="1050" b="0" u="none" strike="noStrike" kern="1200" cap="none" spc="0" normalizeH="0" baseline="0" noProof="0" dirty="0">
                          <a:ln>
                            <a:noFill/>
                          </a:ln>
                          <a:solidFill>
                            <a:schemeClr val="tx1"/>
                          </a:solidFill>
                          <a:effectLst/>
                          <a:uLnTx/>
                          <a:uFillTx/>
                          <a:latin typeface="+mn-lt"/>
                        </a:rPr>
                        <a:t>Engineering &amp; Sales (Go-to-Market).</a:t>
                      </a:r>
                      <a:endParaRPr kumimoji="0" lang="en-US" sz="1000" dirty="0">
                        <a:solidFill>
                          <a:schemeClr val="tx1"/>
                        </a:solidFill>
                      </a:endParaRPr>
                    </a:p>
                  </a:txBody>
                  <a:tcPr marL="106646" marR="106646" marT="45672" marB="45672" anchor="t">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5103068"/>
                  </a:ext>
                </a:extLst>
              </a:tr>
              <a:tr h="7165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n-lt"/>
                        </a:rPr>
                        <a:t>UiPath Products Used</a:t>
                      </a:r>
                      <a:endParaRPr kumimoji="0" lang="en-US" sz="1200" b="1" i="0" u="none" strike="noStrike" kern="1200" cap="none" spc="0" normalizeH="0" baseline="0" noProof="0">
                        <a:ln>
                          <a:noFill/>
                        </a:ln>
                        <a:solidFill>
                          <a:schemeClr val="bg1"/>
                        </a:solidFill>
                        <a:effectLst/>
                        <a:uLnTx/>
                        <a:uFillTx/>
                        <a:latin typeface="+mn-lt"/>
                        <a:ea typeface="+mn-ea"/>
                        <a:cs typeface="+mn-cs"/>
                      </a:endParaRPr>
                    </a:p>
                  </a:txBody>
                  <a:tcPr marL="106646" marR="106646" marT="45672" marB="45672" anchor="ctr">
                    <a:lnL w="19050" cap="flat" cmpd="sng" algn="ctr">
                      <a:no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FA4616"/>
                    </a:solidFill>
                  </a:tcPr>
                </a:tc>
                <a:tc>
                  <a:txBody>
                    <a:bodyPr wrap="square"/>
                    <a:lstStyle/>
                    <a:p>
                      <a:pPr marL="0" marR="0" lvl="0" indent="0" algn="l">
                        <a:lnSpc>
                          <a:spcPct val="100000"/>
                        </a:lnSpc>
                        <a:spcBef>
                          <a:spcPts val="0"/>
                        </a:spcBef>
                        <a:spcAft>
                          <a:spcPts val="600"/>
                        </a:spcAft>
                        <a:buNone/>
                      </a:pPr>
                      <a:r>
                        <a:rPr lang="en-US" sz="1050" b="0" u="none" strike="noStrike" kern="1200" cap="none" spc="0" normalizeH="0" baseline="0" noProof="0" dirty="0">
                          <a:ln>
                            <a:noFill/>
                          </a:ln>
                          <a:solidFill>
                            <a:schemeClr val="tx1"/>
                          </a:solidFill>
                          <a:effectLst/>
                          <a:uLnTx/>
                          <a:uFillTx/>
                          <a:latin typeface="+mn-lt"/>
                        </a:rPr>
                        <a:t>Agents SDK (coded agents), Orchestrator + Storage Buckets, Action Center (HITL), Integration Service, UiPath Apps; UiPath brand tokens.</a:t>
                      </a:r>
                      <a:endParaRPr kumimoji="0" lang="en-US" sz="1000" dirty="0">
                        <a:solidFill>
                          <a:schemeClr val="tx1"/>
                        </a:solidFill>
                      </a:endParaRPr>
                    </a:p>
                  </a:txBody>
                  <a:tcPr marL="106646" marR="106646" marT="45672" marB="45672" anchor="t">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5537706"/>
                  </a:ext>
                </a:extLst>
              </a:tr>
              <a:tr h="71652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chemeClr val="bg1"/>
                          </a:solidFill>
                          <a:effectLst/>
                          <a:uLnTx/>
                          <a:uFillTx/>
                          <a:latin typeface="+mn-lt"/>
                        </a:rPr>
                        <a:t>Other – Integrations / APIs / Technologies Used</a:t>
                      </a:r>
                      <a:endParaRPr kumimoji="0" lang="en-US" sz="1200" b="1" i="0" u="none" strike="noStrike" kern="1200" cap="none" spc="0" normalizeH="0" baseline="0" noProof="0">
                        <a:ln>
                          <a:noFill/>
                        </a:ln>
                        <a:solidFill>
                          <a:schemeClr val="bg1"/>
                        </a:solidFill>
                        <a:effectLst/>
                        <a:uLnTx/>
                        <a:uFillTx/>
                        <a:latin typeface="+mn-lt"/>
                        <a:ea typeface="+mn-ea"/>
                        <a:cs typeface="+mn-cs"/>
                      </a:endParaRPr>
                    </a:p>
                  </a:txBody>
                  <a:tcPr marL="106646" marR="106646" marT="45672" marB="45672" anchor="ctr">
                    <a:lnL w="19050" cap="flat" cmpd="sng" algn="ctr">
                      <a:noFill/>
                      <a:prstDash val="solid"/>
                      <a:round/>
                      <a:headEnd type="none" w="med" len="med"/>
                      <a:tailEnd type="none" w="med" len="med"/>
                    </a:lnL>
                    <a:lnR>
                      <a:noFill/>
                    </a:lnR>
                    <a:lnT w="1270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A4616"/>
                    </a:solidFill>
                  </a:tcPr>
                </a:tc>
                <a:tc>
                  <a:txBody>
                    <a:bodyPr wrap="square"/>
                    <a:lstStyle/>
                    <a:p>
                      <a:pPr marL="0" marR="0" lvl="0" indent="0" algn="l">
                        <a:lnSpc>
                          <a:spcPct val="100000"/>
                        </a:lnSpc>
                        <a:spcBef>
                          <a:spcPts val="0"/>
                        </a:spcBef>
                        <a:spcAft>
                          <a:spcPts val="600"/>
                        </a:spcAft>
                        <a:buNone/>
                      </a:pPr>
                      <a:r>
                        <a:rPr lang="en-US" sz="1050" b="0" u="none" strike="noStrike" kern="1200" cap="none" spc="0" normalizeH="0" baseline="0" noProof="0" dirty="0">
                          <a:ln>
                            <a:noFill/>
                          </a:ln>
                          <a:solidFill>
                            <a:schemeClr val="tx1"/>
                          </a:solidFill>
                          <a:effectLst/>
                          <a:uLnTx/>
                          <a:uFillTx/>
                          <a:latin typeface="+mn-lt"/>
                        </a:rPr>
                        <a:t>Claude, HyperFrames (HTML→MP4), TypeScript/Bun, headless Chrome + GSAP + FFmpeg, ElevenLabs + Whisper; GitHub / Jira / Slack / Confluence / YouTube connectors.</a:t>
                      </a:r>
                      <a:endParaRPr kumimoji="0" lang="en-US" sz="1200" b="0" u="none" strike="noStrike" kern="1200" cap="none" spc="0" normalizeH="0" baseline="0" noProof="0" dirty="0">
                        <a:ln>
                          <a:noFill/>
                        </a:ln>
                        <a:solidFill>
                          <a:schemeClr val="tx1"/>
                        </a:solidFill>
                        <a:effectLst/>
                        <a:uLnTx/>
                        <a:uFillTx/>
                        <a:latin typeface="+mn-lt"/>
                      </a:endParaRPr>
                    </a:p>
                  </a:txBody>
                  <a:tcPr marL="106646" marR="106646" marT="45672" marB="45672" anchor="t">
                    <a:lnL>
                      <a:noFill/>
                    </a:lnL>
                    <a:lnR>
                      <a:noFill/>
                    </a:lnR>
                    <a:lnT w="12700" cap="flat" cmpd="sng" algn="ctr">
                      <a:solidFill>
                        <a:schemeClr val="bg2"/>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2133985"/>
                  </a:ext>
                </a:extLst>
              </a:tr>
            </a:tbl>
          </a:graphicData>
        </a:graphic>
      </p:graphicFrame>
      <p:sp>
        <p:nvSpPr>
          <p:cNvPr id="16" name="Rounded Rectangle 15"/>
          <p:cNvSpPr/>
          <p:nvPr/>
        </p:nvSpPr>
        <p:spPr>
          <a:xfrm>
            <a:off x="5660136" y="1975104"/>
            <a:ext cx="2852928" cy="969264"/>
          </a:xfrm>
          <a:prstGeom prst="roundRect">
            <a:avLst>
              <a:gd name="adj" fmla="val 1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17" name="Rounded Rectangle 16"/>
          <p:cNvSpPr/>
          <p:nvPr/>
        </p:nvSpPr>
        <p:spPr>
          <a:xfrm>
            <a:off x="5660136" y="1975104"/>
            <a:ext cx="100584" cy="969264"/>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97880" y="2121408"/>
            <a:ext cx="2487168" cy="713232"/>
          </a:xfrm>
          <a:prstGeom prst="rect">
            <a:avLst/>
          </a:prstGeom>
          <a:noFill/>
        </p:spPr>
        <p:txBody>
          <a:bodyPr wrap="square" anchor="ctr" lIns="36576" rIns="36576" tIns="18288" bIns="18288">
            <a:spAutoFit/>
          </a:bodyPr>
          <a:lstStyle/>
          <a:p>
            <a:pPr algn="l">
              <a:spcBef>
                <a:spcPts val="0"/>
              </a:spcBef>
              <a:spcAft>
                <a:spcPts val="200"/>
              </a:spcAft>
            </a:pPr>
            <a:r>
              <a:rPr sz="1300" b="1">
                <a:solidFill>
                  <a:srgbClr val="1B1B38"/>
                </a:solidFill>
                <a:latin typeface="Arial"/>
              </a:rPr>
              <a:t>Enablement at the source</a:t>
            </a:r>
          </a:p>
          <a:p>
            <a:pPr algn="l">
              <a:spcBef>
                <a:spcPts val="0"/>
              </a:spcBef>
              <a:spcAft>
                <a:spcPts val="0"/>
              </a:spcAft>
            </a:pPr>
            <a:r>
              <a:rPr sz="1000" b="0">
                <a:solidFill>
                  <a:srgbClr val="6E6E80"/>
                </a:solidFill>
                <a:latin typeface="Arial"/>
              </a:rPr>
              <a:t>captured while context is hot</a:t>
            </a:r>
          </a:p>
        </p:txBody>
      </p:sp>
      <p:sp>
        <p:nvSpPr>
          <p:cNvPr id="19" name="Rounded Rectangle 18"/>
          <p:cNvSpPr/>
          <p:nvPr/>
        </p:nvSpPr>
        <p:spPr>
          <a:xfrm>
            <a:off x="8686800" y="1975104"/>
            <a:ext cx="2852928" cy="969264"/>
          </a:xfrm>
          <a:prstGeom prst="roundRect">
            <a:avLst>
              <a:gd name="adj" fmla="val 1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20" name="Rounded Rectangle 19"/>
          <p:cNvSpPr/>
          <p:nvPr/>
        </p:nvSpPr>
        <p:spPr>
          <a:xfrm>
            <a:off x="8686800" y="1975104"/>
            <a:ext cx="100584" cy="969264"/>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24544" y="2121408"/>
            <a:ext cx="2487168" cy="713232"/>
          </a:xfrm>
          <a:prstGeom prst="rect">
            <a:avLst/>
          </a:prstGeom>
          <a:noFill/>
        </p:spPr>
        <p:txBody>
          <a:bodyPr wrap="square" anchor="ctr" lIns="36576" rIns="36576" tIns="18288" bIns="18288">
            <a:spAutoFit/>
          </a:bodyPr>
          <a:lstStyle/>
          <a:p>
            <a:pPr algn="l">
              <a:spcBef>
                <a:spcPts val="0"/>
              </a:spcBef>
              <a:spcAft>
                <a:spcPts val="200"/>
              </a:spcAft>
            </a:pPr>
            <a:r>
              <a:rPr sz="1300" b="1">
                <a:solidFill>
                  <a:srgbClr val="1B1B38"/>
                </a:solidFill>
                <a:latin typeface="Arial"/>
              </a:rPr>
              <a:t>Zero effort for engineers</a:t>
            </a:r>
          </a:p>
          <a:p>
            <a:pPr algn="l">
              <a:spcBef>
                <a:spcPts val="0"/>
              </a:spcBef>
              <a:spcAft>
                <a:spcPts val="0"/>
              </a:spcAft>
            </a:pPr>
            <a:r>
              <a:rPr sz="1000" b="0">
                <a:solidFill>
                  <a:srgbClr val="6E6E80"/>
                </a:solidFill>
                <a:latin typeface="Arial"/>
              </a:rPr>
              <a:t>no editor, no designer</a:t>
            </a:r>
          </a:p>
        </p:txBody>
      </p:sp>
      <p:sp>
        <p:nvSpPr>
          <p:cNvPr id="22" name="Rounded Rectangle 21"/>
          <p:cNvSpPr/>
          <p:nvPr/>
        </p:nvSpPr>
        <p:spPr>
          <a:xfrm>
            <a:off x="5660136" y="3090672"/>
            <a:ext cx="2852928" cy="969264"/>
          </a:xfrm>
          <a:prstGeom prst="roundRect">
            <a:avLst>
              <a:gd name="adj" fmla="val 1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23" name="Rounded Rectangle 22"/>
          <p:cNvSpPr/>
          <p:nvPr/>
        </p:nvSpPr>
        <p:spPr>
          <a:xfrm>
            <a:off x="5660136" y="3090672"/>
            <a:ext cx="100584" cy="969264"/>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97880" y="3236976"/>
            <a:ext cx="2487168" cy="713232"/>
          </a:xfrm>
          <a:prstGeom prst="rect">
            <a:avLst/>
          </a:prstGeom>
          <a:noFill/>
        </p:spPr>
        <p:txBody>
          <a:bodyPr wrap="square" anchor="ctr" lIns="36576" rIns="36576" tIns="18288" bIns="18288">
            <a:spAutoFit/>
          </a:bodyPr>
          <a:lstStyle/>
          <a:p>
            <a:pPr algn="l">
              <a:spcBef>
                <a:spcPts val="0"/>
              </a:spcBef>
              <a:spcAft>
                <a:spcPts val="200"/>
              </a:spcAft>
            </a:pPr>
            <a:r>
              <a:rPr sz="1300" b="1">
                <a:solidFill>
                  <a:srgbClr val="1B1B38"/>
                </a:solidFill>
                <a:latin typeface="Arial"/>
              </a:rPr>
              <a:t>Sell it on day one</a:t>
            </a:r>
          </a:p>
          <a:p>
            <a:pPr algn="l">
              <a:spcBef>
                <a:spcPts val="0"/>
              </a:spcBef>
              <a:spcAft>
                <a:spcPts val="0"/>
              </a:spcAft>
            </a:pPr>
            <a:r>
              <a:rPr sz="1000" b="0">
                <a:solidFill>
                  <a:srgbClr val="6E6E80"/>
                </a:solidFill>
                <a:latin typeface="Arial"/>
              </a:rPr>
              <a:t>what shipped, where it fits, how</a:t>
            </a:r>
          </a:p>
        </p:txBody>
      </p:sp>
      <p:sp>
        <p:nvSpPr>
          <p:cNvPr id="25" name="Rounded Rectangle 24"/>
          <p:cNvSpPr/>
          <p:nvPr/>
        </p:nvSpPr>
        <p:spPr>
          <a:xfrm>
            <a:off x="8686800" y="3090672"/>
            <a:ext cx="2852928" cy="969264"/>
          </a:xfrm>
          <a:prstGeom prst="roundRect">
            <a:avLst>
              <a:gd name="adj" fmla="val 1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26" name="Rounded Rectangle 25"/>
          <p:cNvSpPr/>
          <p:nvPr/>
        </p:nvSpPr>
        <p:spPr>
          <a:xfrm>
            <a:off x="8686800" y="3090672"/>
            <a:ext cx="100584" cy="969264"/>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24544" y="3236976"/>
            <a:ext cx="2487168" cy="713232"/>
          </a:xfrm>
          <a:prstGeom prst="rect">
            <a:avLst/>
          </a:prstGeom>
          <a:noFill/>
        </p:spPr>
        <p:txBody>
          <a:bodyPr wrap="square" anchor="ctr" lIns="36576" rIns="36576" tIns="18288" bIns="18288">
            <a:spAutoFit/>
          </a:bodyPr>
          <a:lstStyle/>
          <a:p>
            <a:pPr algn="l">
              <a:spcBef>
                <a:spcPts val="0"/>
              </a:spcBef>
              <a:spcAft>
                <a:spcPts val="200"/>
              </a:spcAft>
            </a:pPr>
            <a:r>
              <a:rPr sz="1300" b="1">
                <a:solidFill>
                  <a:srgbClr val="1B1B38"/>
                </a:solidFill>
                <a:latin typeface="Arial"/>
              </a:rPr>
              <a:t>Two artifacts, one plan</a:t>
            </a:r>
          </a:p>
          <a:p>
            <a:pPr algn="l">
              <a:spcBef>
                <a:spcPts val="0"/>
              </a:spcBef>
              <a:spcAft>
                <a:spcPts val="0"/>
              </a:spcAft>
            </a:pPr>
            <a:r>
              <a:rPr sz="1000" b="0">
                <a:solidFill>
                  <a:srgbClr val="6E6E80"/>
                </a:solidFill>
                <a:latin typeface="Arial"/>
              </a:rPr>
              <a:t>~2-min video + one-pager</a:t>
            </a:r>
          </a:p>
        </p:txBody>
      </p:sp>
      <p:sp>
        <p:nvSpPr>
          <p:cNvPr id="28" name="Rounded Rectangle 27"/>
          <p:cNvSpPr/>
          <p:nvPr/>
        </p:nvSpPr>
        <p:spPr>
          <a:xfrm>
            <a:off x="5660136" y="4206240"/>
            <a:ext cx="2852928" cy="969264"/>
          </a:xfrm>
          <a:prstGeom prst="roundRect">
            <a:avLst>
              <a:gd name="adj" fmla="val 1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29" name="Rounded Rectangle 28"/>
          <p:cNvSpPr/>
          <p:nvPr/>
        </p:nvSpPr>
        <p:spPr>
          <a:xfrm>
            <a:off x="5660136" y="4206240"/>
            <a:ext cx="100584" cy="969264"/>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97880" y="4352544"/>
            <a:ext cx="2487168" cy="713232"/>
          </a:xfrm>
          <a:prstGeom prst="rect">
            <a:avLst/>
          </a:prstGeom>
          <a:noFill/>
        </p:spPr>
        <p:txBody>
          <a:bodyPr wrap="square" anchor="ctr" lIns="36576" rIns="36576" tIns="18288" bIns="18288">
            <a:spAutoFit/>
          </a:bodyPr>
          <a:lstStyle/>
          <a:p>
            <a:pPr algn="l">
              <a:spcBef>
                <a:spcPts val="0"/>
              </a:spcBef>
              <a:spcAft>
                <a:spcPts val="200"/>
              </a:spcAft>
            </a:pPr>
            <a:r>
              <a:rPr sz="1300" b="1">
                <a:solidFill>
                  <a:srgbClr val="1B1B38"/>
                </a:solidFill>
                <a:latin typeface="Arial"/>
              </a:rPr>
              <a:t>Trust built in</a:t>
            </a:r>
          </a:p>
          <a:p>
            <a:pPr algn="l">
              <a:spcBef>
                <a:spcPts val="0"/>
              </a:spcBef>
              <a:spcAft>
                <a:spcPts val="0"/>
              </a:spcAft>
            </a:pPr>
            <a:r>
              <a:rPr sz="1000" b="0">
                <a:solidFill>
                  <a:srgbClr val="6E6E80"/>
                </a:solidFill>
                <a:latin typeface="Arial"/>
              </a:rPr>
              <a:t>claim-check + human approval</a:t>
            </a:r>
          </a:p>
        </p:txBody>
      </p:sp>
      <p:sp>
        <p:nvSpPr>
          <p:cNvPr id="31" name="Rounded Rectangle 30"/>
          <p:cNvSpPr/>
          <p:nvPr/>
        </p:nvSpPr>
        <p:spPr>
          <a:xfrm>
            <a:off x="8686800" y="4206240"/>
            <a:ext cx="2852928" cy="969264"/>
          </a:xfrm>
          <a:prstGeom prst="roundRect">
            <a:avLst>
              <a:gd name="adj" fmla="val 10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32" name="Rounded Rectangle 31"/>
          <p:cNvSpPr/>
          <p:nvPr/>
        </p:nvSpPr>
        <p:spPr>
          <a:xfrm>
            <a:off x="8686800" y="4206240"/>
            <a:ext cx="100584" cy="969264"/>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24544" y="4352544"/>
            <a:ext cx="2487168" cy="713232"/>
          </a:xfrm>
          <a:prstGeom prst="rect">
            <a:avLst/>
          </a:prstGeom>
          <a:noFill/>
        </p:spPr>
        <p:txBody>
          <a:bodyPr wrap="square" anchor="ctr" lIns="36576" rIns="36576" tIns="18288" bIns="18288">
            <a:spAutoFit/>
          </a:bodyPr>
          <a:lstStyle/>
          <a:p>
            <a:pPr algn="l">
              <a:spcBef>
                <a:spcPts val="0"/>
              </a:spcBef>
              <a:spcAft>
                <a:spcPts val="200"/>
              </a:spcAft>
            </a:pPr>
            <a:r>
              <a:rPr sz="1300" b="1">
                <a:solidFill>
                  <a:srgbClr val="1B1B38"/>
                </a:solidFill>
                <a:latin typeface="Arial"/>
              </a:rPr>
              <a:t>Scales with velocity</a:t>
            </a:r>
          </a:p>
          <a:p>
            <a:pPr algn="l">
              <a:spcBef>
                <a:spcPts val="0"/>
              </a:spcBef>
              <a:spcAft>
                <a:spcPts val="0"/>
              </a:spcAft>
            </a:pPr>
            <a:r>
              <a:rPr sz="1000" b="0">
                <a:solidFill>
                  <a:srgbClr val="6E6E80"/>
                </a:solidFill>
                <a:latin typeface="Arial"/>
              </a:rPr>
              <a:t>every merge, amplified</a:t>
            </a:r>
          </a:p>
        </p:txBody>
      </p:sp>
    </p:spTree>
    <p:extLst>
      <p:ext uri="{BB962C8B-B14F-4D97-AF65-F5344CB8AC3E}">
        <p14:creationId xmlns:p14="http://schemas.microsoft.com/office/powerpoint/2010/main" val="2026302359"/>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600"/>
              </a:spcAft>
            </a:pPr>
            <a:r>
              <a:rPr/>
              <a:t>How Amplify works.</a:t>
            </a:r>
          </a:p>
        </p:txBody>
      </p:sp>
      <p:sp>
        <p:nvSpPr>
          <p:cNvPr id="3" name="TextBox 2"/>
          <p:cNvSpPr txBox="1"/>
          <p:nvPr/>
        </p:nvSpPr>
        <p:spPr>
          <a:xfrm>
            <a:off x="384048" y="1207008"/>
            <a:ext cx="11338560" cy="384048"/>
          </a:xfrm>
          <a:prstGeom prst="rect">
            <a:avLst/>
          </a:prstGeom>
          <a:noFill/>
        </p:spPr>
        <p:txBody>
          <a:bodyPr wrap="square" anchor="t" lIns="36576" rIns="36576" tIns="18288" bIns="18288">
            <a:spAutoFit/>
          </a:bodyPr>
          <a:lstStyle/>
          <a:p>
            <a:pPr algn="l">
              <a:spcBef>
                <a:spcPts val="0"/>
              </a:spcBef>
              <a:spcAft>
                <a:spcPts val="0"/>
              </a:spcAft>
            </a:pPr>
            <a:r>
              <a:rPr sz="1300" b="0">
                <a:solidFill>
                  <a:srgbClr val="6E6E80"/>
                </a:solidFill>
                <a:latin typeface="Arial"/>
              </a:rPr>
              <a:t>One merge in — a narrated, on-brand video and a matching one-pager out. Automatically.</a:t>
            </a:r>
          </a:p>
        </p:txBody>
      </p:sp>
      <p:sp>
        <p:nvSpPr>
          <p:cNvPr id="4" name="TextBox 3"/>
          <p:cNvSpPr txBox="1"/>
          <p:nvPr/>
        </p:nvSpPr>
        <p:spPr>
          <a:xfrm>
            <a:off x="384048" y="1847088"/>
            <a:ext cx="2514600" cy="457200"/>
          </a:xfrm>
          <a:prstGeom prst="rect">
            <a:avLst/>
          </a:prstGeom>
          <a:noFill/>
        </p:spPr>
        <p:txBody>
          <a:bodyPr wrap="square" anchor="t" lIns="36576" rIns="36576" tIns="18288" bIns="18288">
            <a:spAutoFit/>
          </a:bodyPr>
          <a:lstStyle/>
          <a:p>
            <a:pPr algn="l">
              <a:spcBef>
                <a:spcPts val="0"/>
              </a:spcBef>
              <a:spcAft>
                <a:spcPts val="100"/>
              </a:spcAft>
            </a:pPr>
            <a:r>
              <a:rPr sz="1200" b="1">
                <a:solidFill>
                  <a:srgbClr val="FA4616"/>
                </a:solidFill>
                <a:latin typeface="Arial"/>
              </a:rPr>
              <a:t>INPUT</a:t>
            </a:r>
          </a:p>
          <a:p>
            <a:pPr algn="l">
              <a:spcBef>
                <a:spcPts val="0"/>
              </a:spcBef>
              <a:spcAft>
                <a:spcPts val="0"/>
              </a:spcAft>
            </a:pPr>
            <a:r>
              <a:rPr sz="1000" b="0">
                <a:solidFill>
                  <a:srgbClr val="6E6E80"/>
                </a:solidFill>
                <a:latin typeface="Arial"/>
              </a:rPr>
              <a:t>when a feature merges</a:t>
            </a:r>
          </a:p>
        </p:txBody>
      </p:sp>
      <p:sp>
        <p:nvSpPr>
          <p:cNvPr id="5" name="Rounded Rectangle 4"/>
          <p:cNvSpPr/>
          <p:nvPr/>
        </p:nvSpPr>
        <p:spPr>
          <a:xfrm>
            <a:off x="384048" y="2395728"/>
            <a:ext cx="2514600" cy="914400"/>
          </a:xfrm>
          <a:prstGeom prst="roundRect">
            <a:avLst>
              <a:gd name="adj" fmla="val 12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6" name="Rounded Rectangle 5"/>
          <p:cNvSpPr/>
          <p:nvPr/>
        </p:nvSpPr>
        <p:spPr>
          <a:xfrm>
            <a:off x="384048" y="2395728"/>
            <a:ext cx="100584" cy="914400"/>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2523744"/>
            <a:ext cx="2130552" cy="694944"/>
          </a:xfrm>
          <a:prstGeom prst="rect">
            <a:avLst/>
          </a:prstGeom>
          <a:noFill/>
        </p:spPr>
        <p:txBody>
          <a:bodyPr wrap="square" anchor="ctr" lIns="36576" rIns="36576" tIns="18288" bIns="18288">
            <a:spAutoFit/>
          </a:bodyPr>
          <a:lstStyle/>
          <a:p>
            <a:pPr algn="l">
              <a:spcBef>
                <a:spcPts val="0"/>
              </a:spcBef>
              <a:spcAft>
                <a:spcPts val="200"/>
              </a:spcAft>
            </a:pPr>
            <a:r>
              <a:rPr sz="1350" b="1">
                <a:solidFill>
                  <a:srgbClr val="1B1B38"/>
                </a:solidFill>
                <a:latin typeface="Arial"/>
              </a:rPr>
              <a:t>Pull request</a:t>
            </a:r>
          </a:p>
          <a:p>
            <a:pPr algn="l">
              <a:spcBef>
                <a:spcPts val="0"/>
              </a:spcBef>
              <a:spcAft>
                <a:spcPts val="0"/>
              </a:spcAft>
            </a:pPr>
            <a:r>
              <a:rPr sz="1000" b="0">
                <a:solidFill>
                  <a:srgbClr val="6E6E80"/>
                </a:solidFill>
                <a:latin typeface="Arial"/>
              </a:rPr>
              <a:t>diff · commits</a:t>
            </a:r>
          </a:p>
        </p:txBody>
      </p:sp>
      <p:sp>
        <p:nvSpPr>
          <p:cNvPr id="8" name="Rounded Rectangle 7"/>
          <p:cNvSpPr/>
          <p:nvPr/>
        </p:nvSpPr>
        <p:spPr>
          <a:xfrm>
            <a:off x="384048" y="3401568"/>
            <a:ext cx="2514600" cy="914400"/>
          </a:xfrm>
          <a:prstGeom prst="roundRect">
            <a:avLst>
              <a:gd name="adj" fmla="val 12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9" name="Rounded Rectangle 8"/>
          <p:cNvSpPr/>
          <p:nvPr/>
        </p:nvSpPr>
        <p:spPr>
          <a:xfrm>
            <a:off x="384048" y="3401568"/>
            <a:ext cx="100584" cy="914400"/>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3529584"/>
            <a:ext cx="2130552" cy="694944"/>
          </a:xfrm>
          <a:prstGeom prst="rect">
            <a:avLst/>
          </a:prstGeom>
          <a:noFill/>
        </p:spPr>
        <p:txBody>
          <a:bodyPr wrap="square" anchor="ctr" lIns="36576" rIns="36576" tIns="18288" bIns="18288">
            <a:spAutoFit/>
          </a:bodyPr>
          <a:lstStyle/>
          <a:p>
            <a:pPr algn="l">
              <a:spcBef>
                <a:spcPts val="0"/>
              </a:spcBef>
              <a:spcAft>
                <a:spcPts val="200"/>
              </a:spcAft>
            </a:pPr>
            <a:r>
              <a:rPr sz="1350" b="1">
                <a:solidFill>
                  <a:srgbClr val="1B1B38"/>
                </a:solidFill>
                <a:latin typeface="Arial"/>
              </a:rPr>
              <a:t>Jira ticket</a:t>
            </a:r>
          </a:p>
          <a:p>
            <a:pPr algn="l">
              <a:spcBef>
                <a:spcPts val="0"/>
              </a:spcBef>
              <a:spcAft>
                <a:spcPts val="0"/>
              </a:spcAft>
            </a:pPr>
            <a:r>
              <a:rPr sz="1000" b="0">
                <a:solidFill>
                  <a:srgbClr val="6E6E80"/>
                </a:solidFill>
                <a:latin typeface="Arial"/>
              </a:rPr>
              <a:t>customer ask · criteria</a:t>
            </a:r>
          </a:p>
        </p:txBody>
      </p:sp>
      <p:sp>
        <p:nvSpPr>
          <p:cNvPr id="11" name="TextBox 10"/>
          <p:cNvSpPr txBox="1"/>
          <p:nvPr/>
        </p:nvSpPr>
        <p:spPr>
          <a:xfrm>
            <a:off x="384048" y="4434840"/>
            <a:ext cx="2514600" cy="731520"/>
          </a:xfrm>
          <a:prstGeom prst="rect">
            <a:avLst/>
          </a:prstGeom>
          <a:noFill/>
        </p:spPr>
        <p:txBody>
          <a:bodyPr wrap="square" anchor="t" lIns="36576" rIns="36576" tIns="18288" bIns="18288">
            <a:spAutoFit/>
          </a:bodyPr>
          <a:lstStyle/>
          <a:p>
            <a:pPr algn="l">
              <a:spcBef>
                <a:spcPts val="0"/>
              </a:spcBef>
              <a:spcAft>
                <a:spcPts val="0"/>
              </a:spcAft>
            </a:pPr>
            <a:r>
              <a:rPr sz="1000" b="0">
                <a:solidFill>
                  <a:srgbClr val="6E6E80"/>
                </a:solidFill>
                <a:latin typeface="Arial"/>
              </a:rPr>
              <a:t>captured while the builder’s context is richest — and most perishable.</a:t>
            </a:r>
          </a:p>
        </p:txBody>
      </p:sp>
      <p:sp>
        <p:nvSpPr>
          <p:cNvPr id="12" name="Right Arrow 11"/>
          <p:cNvSpPr/>
          <p:nvPr/>
        </p:nvSpPr>
        <p:spPr>
          <a:xfrm>
            <a:off x="2962656" y="3584448"/>
            <a:ext cx="530352" cy="310896"/>
          </a:xfrm>
          <a:prstGeom prst="rightArrow">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8705088" y="3584448"/>
            <a:ext cx="530352" cy="310896"/>
          </a:xfrm>
          <a:prstGeom prst="rightArrow">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47872" y="1783080"/>
            <a:ext cx="5102352" cy="4315968"/>
          </a:xfrm>
          <a:prstGeom prst="roundRect">
            <a:avLst>
              <a:gd name="adj" fmla="val 5000"/>
            </a:avLst>
          </a:prstGeom>
          <a:solidFill>
            <a:srgbClr val="FBF3F0"/>
          </a:solidFill>
          <a:ln w="1587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1911095"/>
            <a:ext cx="5102352" cy="658368"/>
          </a:xfrm>
          <a:prstGeom prst="rect">
            <a:avLst/>
          </a:prstGeom>
          <a:noFill/>
        </p:spPr>
        <p:txBody>
          <a:bodyPr wrap="square" anchor="t" lIns="36576" rIns="36576" tIns="18288" bIns="18288">
            <a:spAutoFit/>
          </a:bodyPr>
          <a:lstStyle/>
          <a:p>
            <a:pPr algn="ctr">
              <a:spcBef>
                <a:spcPts val="0"/>
              </a:spcBef>
              <a:spcAft>
                <a:spcPts val="100"/>
              </a:spcAft>
            </a:pPr>
            <a:r>
              <a:rPr sz="1600" b="1">
                <a:solidFill>
                  <a:srgbClr val="FA4616"/>
                </a:solidFill>
                <a:latin typeface="Arial"/>
              </a:rPr>
              <a:t>AMPLIFY</a:t>
            </a:r>
          </a:p>
          <a:p>
            <a:pPr algn="ctr">
              <a:spcBef>
                <a:spcPts val="0"/>
              </a:spcBef>
              <a:spcAft>
                <a:spcPts val="0"/>
              </a:spcAft>
            </a:pPr>
            <a:r>
              <a:rPr sz="1050" b="0">
                <a:solidFill>
                  <a:srgbClr val="6E6E80"/>
                </a:solidFill>
                <a:latin typeface="Arial"/>
              </a:rPr>
              <a:t>runs automatically — no editor, no designer</a:t>
            </a:r>
          </a:p>
        </p:txBody>
      </p:sp>
      <p:sp>
        <p:nvSpPr>
          <p:cNvPr id="16" name="Oval 15"/>
          <p:cNvSpPr/>
          <p:nvPr/>
        </p:nvSpPr>
        <p:spPr>
          <a:xfrm>
            <a:off x="3749039" y="2770632"/>
            <a:ext cx="384048" cy="384048"/>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500" b="1">
                <a:solidFill>
                  <a:srgbClr val="FFFFFF"/>
                </a:solidFill>
                <a:latin typeface="Arial"/>
              </a:rPr>
              <a:t>1</a:t>
            </a:r>
          </a:p>
        </p:txBody>
      </p:sp>
      <p:sp>
        <p:nvSpPr>
          <p:cNvPr id="17" name="TextBox 16"/>
          <p:cNvSpPr txBox="1"/>
          <p:nvPr/>
        </p:nvSpPr>
        <p:spPr>
          <a:xfrm>
            <a:off x="4261104" y="2670048"/>
            <a:ext cx="4187952" cy="713232"/>
          </a:xfrm>
          <a:prstGeom prst="rect">
            <a:avLst/>
          </a:prstGeom>
          <a:noFill/>
        </p:spPr>
        <p:txBody>
          <a:bodyPr wrap="square" anchor="ctr" lIns="36576" rIns="36576" tIns="18288" bIns="18288">
            <a:spAutoFit/>
          </a:bodyPr>
          <a:lstStyle/>
          <a:p>
            <a:pPr algn="l">
              <a:spcBef>
                <a:spcPts val="0"/>
              </a:spcBef>
              <a:spcAft>
                <a:spcPts val="100"/>
              </a:spcAft>
            </a:pPr>
            <a:r>
              <a:rPr sz="1250" b="1">
                <a:solidFill>
                  <a:srgbClr val="1B1B38"/>
                </a:solidFill>
                <a:latin typeface="Arial"/>
              </a:rPr>
              <a:t>Content director</a:t>
            </a:r>
          </a:p>
          <a:p>
            <a:pPr algn="l">
              <a:spcBef>
                <a:spcPts val="0"/>
              </a:spcBef>
              <a:spcAft>
                <a:spcPts val="0"/>
              </a:spcAft>
            </a:pPr>
            <a:r>
              <a:rPr sz="980" b="0">
                <a:solidFill>
                  <a:srgbClr val="6E6E80"/>
                </a:solidFill>
                <a:latin typeface="Arial"/>
              </a:rPr>
              <a:t>reads the PR + Jira → writes the story and the sales positioning. Grounded — never invents a claim.</a:t>
            </a:r>
          </a:p>
        </p:txBody>
      </p:sp>
      <p:sp>
        <p:nvSpPr>
          <p:cNvPr id="18" name="Oval 17"/>
          <p:cNvSpPr/>
          <p:nvPr/>
        </p:nvSpPr>
        <p:spPr>
          <a:xfrm>
            <a:off x="3749039" y="3593592"/>
            <a:ext cx="384048" cy="384048"/>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500" b="1">
                <a:solidFill>
                  <a:srgbClr val="FFFFFF"/>
                </a:solidFill>
                <a:latin typeface="Arial"/>
              </a:rPr>
              <a:t>2</a:t>
            </a:r>
          </a:p>
        </p:txBody>
      </p:sp>
      <p:sp>
        <p:nvSpPr>
          <p:cNvPr id="19" name="TextBox 18"/>
          <p:cNvSpPr txBox="1"/>
          <p:nvPr/>
        </p:nvSpPr>
        <p:spPr>
          <a:xfrm>
            <a:off x="4261104" y="3493008"/>
            <a:ext cx="4187952" cy="713232"/>
          </a:xfrm>
          <a:prstGeom prst="rect">
            <a:avLst/>
          </a:prstGeom>
          <a:noFill/>
        </p:spPr>
        <p:txBody>
          <a:bodyPr wrap="square" anchor="ctr" lIns="36576" rIns="36576" tIns="18288" bIns="18288">
            <a:spAutoFit/>
          </a:bodyPr>
          <a:lstStyle/>
          <a:p>
            <a:pPr algn="l">
              <a:spcBef>
                <a:spcPts val="0"/>
              </a:spcBef>
              <a:spcAft>
                <a:spcPts val="100"/>
              </a:spcAft>
            </a:pPr>
            <a:r>
              <a:rPr sz="1250" b="1">
                <a:solidFill>
                  <a:srgbClr val="1B1B38"/>
                </a:solidFill>
                <a:latin typeface="Arial"/>
              </a:rPr>
              <a:t>Camera director</a:t>
            </a:r>
          </a:p>
          <a:p>
            <a:pPr algn="l">
              <a:spcBef>
                <a:spcPts val="0"/>
              </a:spcBef>
              <a:spcAft>
                <a:spcPts val="0"/>
              </a:spcAft>
            </a:pPr>
            <a:r>
              <a:rPr sz="980" b="0">
                <a:solidFill>
                  <a:srgbClr val="6E6E80"/>
                </a:solidFill>
                <a:latin typeface="Arial"/>
              </a:rPr>
              <a:t>reuses the engineer’s demo recording and guides the eye with cinematic auto-zoom.</a:t>
            </a:r>
          </a:p>
        </p:txBody>
      </p:sp>
      <p:sp>
        <p:nvSpPr>
          <p:cNvPr id="20" name="Oval 19"/>
          <p:cNvSpPr/>
          <p:nvPr/>
        </p:nvSpPr>
        <p:spPr>
          <a:xfrm>
            <a:off x="3749039" y="4416552"/>
            <a:ext cx="384048" cy="384048"/>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500" b="1">
                <a:solidFill>
                  <a:srgbClr val="FFFFFF"/>
                </a:solidFill>
                <a:latin typeface="Arial"/>
              </a:rPr>
              <a:t>3</a:t>
            </a:r>
          </a:p>
        </p:txBody>
      </p:sp>
      <p:sp>
        <p:nvSpPr>
          <p:cNvPr id="21" name="TextBox 20"/>
          <p:cNvSpPr txBox="1"/>
          <p:nvPr/>
        </p:nvSpPr>
        <p:spPr>
          <a:xfrm>
            <a:off x="4261104" y="4315968"/>
            <a:ext cx="4187952" cy="713232"/>
          </a:xfrm>
          <a:prstGeom prst="rect">
            <a:avLst/>
          </a:prstGeom>
          <a:noFill/>
        </p:spPr>
        <p:txBody>
          <a:bodyPr wrap="square" anchor="ctr" lIns="36576" rIns="36576" tIns="18288" bIns="18288">
            <a:spAutoFit/>
          </a:bodyPr>
          <a:lstStyle/>
          <a:p>
            <a:pPr algn="l">
              <a:spcBef>
                <a:spcPts val="0"/>
              </a:spcBef>
              <a:spcAft>
                <a:spcPts val="100"/>
              </a:spcAft>
            </a:pPr>
            <a:r>
              <a:rPr sz="1250" b="1">
                <a:solidFill>
                  <a:srgbClr val="1B1B38"/>
                </a:solidFill>
                <a:latin typeface="Arial"/>
              </a:rPr>
              <a:t>Studio assembly</a:t>
            </a:r>
          </a:p>
          <a:p>
            <a:pPr algn="l">
              <a:spcBef>
                <a:spcPts val="0"/>
              </a:spcBef>
              <a:spcAft>
                <a:spcPts val="0"/>
              </a:spcAft>
            </a:pPr>
            <a:r>
              <a:rPr sz="980" b="0">
                <a:solidFill>
                  <a:srgbClr val="6E6E80"/>
                </a:solidFill>
                <a:latin typeface="Arial"/>
              </a:rPr>
              <a:t>bespoke on-brand scenes + expressive voiceover + music, SFX and captions.</a:t>
            </a:r>
          </a:p>
        </p:txBody>
      </p:sp>
      <p:sp>
        <p:nvSpPr>
          <p:cNvPr id="22" name="Oval 21"/>
          <p:cNvSpPr/>
          <p:nvPr/>
        </p:nvSpPr>
        <p:spPr>
          <a:xfrm>
            <a:off x="3749039" y="5239512"/>
            <a:ext cx="384048" cy="384048"/>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spcBef>
                <a:spcPts val="0"/>
              </a:spcBef>
              <a:spcAft>
                <a:spcPts val="0"/>
              </a:spcAft>
            </a:pPr>
            <a:r>
              <a:rPr sz="1500" b="1">
                <a:solidFill>
                  <a:srgbClr val="FFFFFF"/>
                </a:solidFill>
                <a:latin typeface="Arial"/>
              </a:rPr>
              <a:t>4</a:t>
            </a:r>
          </a:p>
        </p:txBody>
      </p:sp>
      <p:sp>
        <p:nvSpPr>
          <p:cNvPr id="23" name="TextBox 22"/>
          <p:cNvSpPr txBox="1"/>
          <p:nvPr/>
        </p:nvSpPr>
        <p:spPr>
          <a:xfrm>
            <a:off x="4261104" y="5138928"/>
            <a:ext cx="4187952" cy="713232"/>
          </a:xfrm>
          <a:prstGeom prst="rect">
            <a:avLst/>
          </a:prstGeom>
          <a:noFill/>
        </p:spPr>
        <p:txBody>
          <a:bodyPr wrap="square" anchor="ctr" lIns="36576" rIns="36576" tIns="18288" bIns="18288">
            <a:spAutoFit/>
          </a:bodyPr>
          <a:lstStyle/>
          <a:p>
            <a:pPr algn="l">
              <a:spcBef>
                <a:spcPts val="0"/>
              </a:spcBef>
              <a:spcAft>
                <a:spcPts val="100"/>
              </a:spcAft>
            </a:pPr>
            <a:r>
              <a:rPr sz="1250" b="1">
                <a:solidFill>
                  <a:srgbClr val="1B1B38"/>
                </a:solidFill>
                <a:latin typeface="Arial"/>
              </a:rPr>
              <a:t>Trust gate</a:t>
            </a:r>
          </a:p>
          <a:p>
            <a:pPr algn="l">
              <a:spcBef>
                <a:spcPts val="0"/>
              </a:spcBef>
              <a:spcAft>
                <a:spcPts val="0"/>
              </a:spcAft>
            </a:pPr>
            <a:r>
              <a:rPr sz="980" b="0">
                <a:solidFill>
                  <a:srgbClr val="6E6E80"/>
                </a:solidFill>
                <a:latin typeface="Arial"/>
              </a:rPr>
              <a:t>claim-check flags unsupported lines; a human approves in Action Center before publish.</a:t>
            </a:r>
          </a:p>
        </p:txBody>
      </p:sp>
      <p:sp>
        <p:nvSpPr>
          <p:cNvPr id="24" name="TextBox 23"/>
          <p:cNvSpPr txBox="1"/>
          <p:nvPr/>
        </p:nvSpPr>
        <p:spPr>
          <a:xfrm>
            <a:off x="9281160" y="1847088"/>
            <a:ext cx="2560320" cy="457200"/>
          </a:xfrm>
          <a:prstGeom prst="rect">
            <a:avLst/>
          </a:prstGeom>
          <a:noFill/>
        </p:spPr>
        <p:txBody>
          <a:bodyPr wrap="square" anchor="t" lIns="36576" rIns="36576" tIns="18288" bIns="18288">
            <a:spAutoFit/>
          </a:bodyPr>
          <a:lstStyle/>
          <a:p>
            <a:pPr algn="l">
              <a:spcBef>
                <a:spcPts val="0"/>
              </a:spcBef>
              <a:spcAft>
                <a:spcPts val="100"/>
              </a:spcAft>
            </a:pPr>
            <a:r>
              <a:rPr sz="1200" b="1">
                <a:solidFill>
                  <a:srgbClr val="FA4616"/>
                </a:solidFill>
                <a:latin typeface="Arial"/>
              </a:rPr>
              <a:t>OUTPUT</a:t>
            </a:r>
          </a:p>
          <a:p>
            <a:pPr algn="l">
              <a:spcBef>
                <a:spcPts val="0"/>
              </a:spcBef>
              <a:spcAft>
                <a:spcPts val="0"/>
              </a:spcAft>
            </a:pPr>
            <a:r>
              <a:rPr sz="1000" b="0">
                <a:solidFill>
                  <a:srgbClr val="6E6E80"/>
                </a:solidFill>
                <a:latin typeface="Arial"/>
              </a:rPr>
              <a:t>two artifacts, one plan</a:t>
            </a:r>
          </a:p>
        </p:txBody>
      </p:sp>
      <p:sp>
        <p:nvSpPr>
          <p:cNvPr id="25" name="Rounded Rectangle 24"/>
          <p:cNvSpPr/>
          <p:nvPr/>
        </p:nvSpPr>
        <p:spPr>
          <a:xfrm>
            <a:off x="9281160" y="2395728"/>
            <a:ext cx="2560320" cy="914400"/>
          </a:xfrm>
          <a:prstGeom prst="roundRect">
            <a:avLst>
              <a:gd name="adj" fmla="val 12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26" name="Rounded Rectangle 25"/>
          <p:cNvSpPr/>
          <p:nvPr/>
        </p:nvSpPr>
        <p:spPr>
          <a:xfrm>
            <a:off x="9281160" y="2395728"/>
            <a:ext cx="100584" cy="914400"/>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18904" y="2523744"/>
            <a:ext cx="2176272" cy="694944"/>
          </a:xfrm>
          <a:prstGeom prst="rect">
            <a:avLst/>
          </a:prstGeom>
          <a:noFill/>
        </p:spPr>
        <p:txBody>
          <a:bodyPr wrap="square" anchor="ctr" lIns="36576" rIns="36576" tIns="18288" bIns="18288">
            <a:spAutoFit/>
          </a:bodyPr>
          <a:lstStyle/>
          <a:p>
            <a:pPr algn="l">
              <a:spcBef>
                <a:spcPts val="0"/>
              </a:spcBef>
              <a:spcAft>
                <a:spcPts val="200"/>
              </a:spcAft>
            </a:pPr>
            <a:r>
              <a:rPr sz="1350" b="1">
                <a:solidFill>
                  <a:srgbClr val="1B1B38"/>
                </a:solidFill>
                <a:latin typeface="Arial"/>
              </a:rPr>
              <a:t>Enablement video</a:t>
            </a:r>
          </a:p>
          <a:p>
            <a:pPr algn="l">
              <a:spcBef>
                <a:spcPts val="0"/>
              </a:spcBef>
              <a:spcAft>
                <a:spcPts val="0"/>
              </a:spcAft>
            </a:pPr>
            <a:r>
              <a:rPr sz="1000" b="0">
                <a:solidFill>
                  <a:srgbClr val="6E6E80"/>
                </a:solidFill>
                <a:latin typeface="Arial"/>
              </a:rPr>
              <a:t>~2 min · narrated</a:t>
            </a:r>
          </a:p>
        </p:txBody>
      </p:sp>
      <p:sp>
        <p:nvSpPr>
          <p:cNvPr id="28" name="Rounded Rectangle 27"/>
          <p:cNvSpPr/>
          <p:nvPr/>
        </p:nvSpPr>
        <p:spPr>
          <a:xfrm>
            <a:off x="9281160" y="3401568"/>
            <a:ext cx="2560320" cy="914400"/>
          </a:xfrm>
          <a:prstGeom prst="roundRect">
            <a:avLst>
              <a:gd name="adj" fmla="val 12000"/>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p>
        </p:txBody>
      </p:sp>
      <p:sp>
        <p:nvSpPr>
          <p:cNvPr id="29" name="Rounded Rectangle 28"/>
          <p:cNvSpPr/>
          <p:nvPr/>
        </p:nvSpPr>
        <p:spPr>
          <a:xfrm>
            <a:off x="9281160" y="3401568"/>
            <a:ext cx="100584" cy="914400"/>
          </a:xfrm>
          <a:prstGeom prst="roundRect">
            <a:avLst>
              <a:gd name="adj" fmla="val 50000"/>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18904" y="3529584"/>
            <a:ext cx="2176272" cy="694944"/>
          </a:xfrm>
          <a:prstGeom prst="rect">
            <a:avLst/>
          </a:prstGeom>
          <a:noFill/>
        </p:spPr>
        <p:txBody>
          <a:bodyPr wrap="square" anchor="ctr" lIns="36576" rIns="36576" tIns="18288" bIns="18288">
            <a:spAutoFit/>
          </a:bodyPr>
          <a:lstStyle/>
          <a:p>
            <a:pPr algn="l">
              <a:spcBef>
                <a:spcPts val="0"/>
              </a:spcBef>
              <a:spcAft>
                <a:spcPts val="200"/>
              </a:spcAft>
            </a:pPr>
            <a:r>
              <a:rPr sz="1350" b="1">
                <a:solidFill>
                  <a:srgbClr val="1B1B38"/>
                </a:solidFill>
                <a:latin typeface="Arial"/>
              </a:rPr>
              <a:t>One-pager</a:t>
            </a:r>
          </a:p>
          <a:p>
            <a:pPr algn="l">
              <a:spcBef>
                <a:spcPts val="0"/>
              </a:spcBef>
              <a:spcAft>
                <a:spcPts val="0"/>
              </a:spcAft>
            </a:pPr>
            <a:r>
              <a:rPr sz="1000" b="0">
                <a:solidFill>
                  <a:srgbClr val="6E6E80"/>
                </a:solidFill>
                <a:latin typeface="Arial"/>
              </a:rPr>
              <a:t>same plan · for sales</a:t>
            </a:r>
          </a:p>
        </p:txBody>
      </p:sp>
      <p:sp>
        <p:nvSpPr>
          <p:cNvPr id="31" name="TextBox 30"/>
          <p:cNvSpPr txBox="1"/>
          <p:nvPr/>
        </p:nvSpPr>
        <p:spPr>
          <a:xfrm>
            <a:off x="9281160" y="4434840"/>
            <a:ext cx="2560320" cy="731520"/>
          </a:xfrm>
          <a:prstGeom prst="rect">
            <a:avLst/>
          </a:prstGeom>
          <a:noFill/>
        </p:spPr>
        <p:txBody>
          <a:bodyPr wrap="square" anchor="t" lIns="36576" rIns="36576" tIns="18288" bIns="18288">
            <a:spAutoFit/>
          </a:bodyPr>
          <a:lstStyle/>
          <a:p>
            <a:pPr algn="l">
              <a:spcBef>
                <a:spcPts val="0"/>
              </a:spcBef>
              <a:spcAft>
                <a:spcPts val="0"/>
              </a:spcAft>
            </a:pPr>
            <a:r>
              <a:rPr sz="1050" b="1">
                <a:solidFill>
                  <a:srgbClr val="FA4616"/>
                </a:solidFill>
                <a:latin typeface="Arial"/>
              </a:rPr>
              <a:t>→ published to YouTube, Slack &amp; Confluence</a:t>
            </a:r>
          </a:p>
        </p:txBody>
      </p:sp>
    </p:spTree>
  </p:cSld>
  <p:clrMapOvr>
    <a:masterClrMapping/>
  </p:clrMapOvr>
</p:sld>
</file>

<file path=ppt/theme/theme1.xml><?xml version="1.0" encoding="utf-8"?>
<a:theme xmlns:a="http://schemas.openxmlformats.org/drawingml/2006/main" name="UiPath Slide Masters">
  <a:themeElements>
    <a:clrScheme name="UiPath 2025">
      <a:dk1>
        <a:srgbClr val="000000"/>
      </a:dk1>
      <a:lt1>
        <a:srgbClr val="FFFFFF"/>
      </a:lt1>
      <a:dk2>
        <a:srgbClr val="182126"/>
      </a:dk2>
      <a:lt2>
        <a:srgbClr val="D9D9D9"/>
      </a:lt2>
      <a:accent1>
        <a:srgbClr val="FA4616"/>
      </a:accent1>
      <a:accent2>
        <a:srgbClr val="1E6482"/>
      </a:accent2>
      <a:accent3>
        <a:srgbClr val="0BA2B3"/>
      </a:accent3>
      <a:accent4>
        <a:srgbClr val="DA9100"/>
      </a:accent4>
      <a:accent5>
        <a:srgbClr val="CC1956"/>
      </a:accent5>
      <a:accent6>
        <a:srgbClr val="8B288A"/>
      </a:accent6>
      <a:hlink>
        <a:srgbClr val="0F9ED5"/>
      </a:hlink>
      <a:folHlink>
        <a:srgbClr val="0BA2B3"/>
      </a:folHlink>
    </a:clrScheme>
    <a:fontScheme name="Custom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flat">
          <a:solidFill>
            <a:schemeClr val="tx1"/>
          </a:solidFill>
          <a:miter lim="400000"/>
        </a:ln>
        <a:effectLst/>
        <a:sp3d/>
      </a:spPr>
      <a:bodyPr rot="0" spcFirstLastPara="1" vertOverflow="overflow" horzOverflow="overflow" vert="horz" wrap="square" lIns="45720" tIns="45720" rIns="45720" bIns="45720" numCol="1" spcCol="38100" rtlCol="0" anchor="t">
        <a:noAutofit/>
      </a:bodyPr>
      <a:lstStyle>
        <a:defPPr algn="l" defTabSz="457200" hangingPunct="0">
          <a:defRPr sz="1600" dirty="0">
            <a:solidFill>
              <a:schemeClr val="tx1"/>
            </a:solidFill>
            <a:latin typeface="Arial"/>
            <a:cs typeface="Arial"/>
            <a:sym typeface="Arial"/>
          </a:defRPr>
        </a:defPPr>
      </a:lstStyle>
      <a:style>
        <a:lnRef idx="0">
          <a:scrgbClr r="0" g="0" b="0"/>
        </a:lnRef>
        <a:fillRef idx="0">
          <a:scrgbClr r="0" g="0" b="0"/>
        </a:fillRef>
        <a:effectRef idx="0">
          <a:scrgbClr r="0" g="0" b="0"/>
        </a:effectRef>
        <a:fontRef idx="none"/>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45720" tIns="45720" rIns="45720" bIns="45720" rtlCol="0">
        <a:spAutoFit/>
      </a:bodyPr>
      <a:lstStyle>
        <a:defPPr algn="l">
          <a:defRPr sz="1600" dirty="0"/>
        </a:defPPr>
      </a:lstStyle>
    </a:txDef>
  </a:objectDefaults>
  <a:extraClrSchemeLst/>
  <a:custClrLst>
    <a:custClr name="Black">
      <a:srgbClr val="000000"/>
    </a:custClr>
    <a:custClr name="Dark Grey">
      <a:srgbClr val="616161"/>
    </a:custClr>
    <a:custClr name="White">
      <a:srgbClr val="FFFFFF"/>
    </a:custClr>
    <a:custClr name="Robotic Orange">
      <a:srgbClr val="FA4616"/>
    </a:custClr>
    <a:custClr name="Agentic Teal">
      <a:srgbClr val="0BA2B3"/>
    </a:custClr>
    <a:custClr name="Deep Blue">
      <a:srgbClr val="182126"/>
    </a:custClr>
    <a:custClr name="Yellow">
      <a:srgbClr val="DA9100"/>
    </a:custClr>
    <a:custClr name="Magenta">
      <a:srgbClr val="CC1956"/>
    </a:custClr>
    <a:custClr name="Testing Purple">
      <a:srgbClr val="8B288A"/>
    </a:custClr>
    <a:custClr name="Green">
      <a:srgbClr val="99C257"/>
    </a:custClr>
    <a:custClr name="Darker Grey">
      <a:srgbClr val="484848"/>
    </a:custClr>
    <a:custClr name="Offset Grey">
      <a:srgbClr val="D9D9D9"/>
    </a:custClr>
    <a:custClr name="Light Grey">
      <a:srgbClr val="F6F6F6"/>
    </a:custClr>
    <a:custClr name="Block Orange">
      <a:srgbClr val="CE340B"/>
    </a:custClr>
    <a:custClr name="Block Teal">
      <a:srgbClr val="15839A"/>
    </a:custClr>
    <a:custClr name="Block Deep Blue">
      <a:srgbClr val="2D373C"/>
    </a:custClr>
    <a:custClr name="Dark Yellow">
      <a:srgbClr val="BF7D08"/>
    </a:custClr>
    <a:custClr name="Dark Magenta">
      <a:srgbClr val="AF1450"/>
    </a:custClr>
    <a:custClr name="Block Purple">
      <a:srgbClr val="721472"/>
    </a:custClr>
    <a:custClr name="Dark Green">
      <a:srgbClr val="679940"/>
    </a:custClr>
    <a:custClr name="Mid Blue">
      <a:srgbClr val="5BCBDE"/>
    </a:custClr>
    <a:custClr name="Dark Blue">
      <a:srgbClr val="1E6482"/>
    </a:custClr>
    <a:custClr name="Slate Blue">
      <a:srgbClr val="435D6B"/>
    </a:custClr>
    <a:custClr name="Dark Slate Blue">
      <a:srgbClr val="3C464B"/>
    </a:custClr>
  </a:custClrLst>
  <a:extLst>
    <a:ext uri="{05A4C25C-085E-4340-85A3-A5531E510DB2}">
      <thm15:themeFamily xmlns:thm15="http://schemas.microsoft.com/office/thememl/2012/main" name="250715-EDITS" id="{BB37D9A2-BF37-6943-A7D6-4A8818A35829}" vid="{31155D66-BFBC-F446-9942-1701DCF7587B}"/>
    </a:ext>
  </a:extLst>
</a:theme>
</file>

<file path=ppt/theme/theme2.xml><?xml version="1.0" encoding="utf-8"?>
<a:theme xmlns:a="http://schemas.openxmlformats.org/drawingml/2006/main" name="UiPath Slide Masters-dark-mode">
  <a:themeElements>
    <a:clrScheme name="UiPath 2025">
      <a:dk1>
        <a:srgbClr val="000000"/>
      </a:dk1>
      <a:lt1>
        <a:srgbClr val="FFFFFF"/>
      </a:lt1>
      <a:dk2>
        <a:srgbClr val="182126"/>
      </a:dk2>
      <a:lt2>
        <a:srgbClr val="D9D9D9"/>
      </a:lt2>
      <a:accent1>
        <a:srgbClr val="FA4616"/>
      </a:accent1>
      <a:accent2>
        <a:srgbClr val="1E6482"/>
      </a:accent2>
      <a:accent3>
        <a:srgbClr val="0BA2B3"/>
      </a:accent3>
      <a:accent4>
        <a:srgbClr val="DA9100"/>
      </a:accent4>
      <a:accent5>
        <a:srgbClr val="CC1956"/>
      </a:accent5>
      <a:accent6>
        <a:srgbClr val="8B288A"/>
      </a:accent6>
      <a:hlink>
        <a:srgbClr val="0F9ED5"/>
      </a:hlink>
      <a:folHlink>
        <a:srgbClr val="0BA2B3"/>
      </a:folHlink>
    </a:clrScheme>
    <a:fontScheme name="Custom 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flat">
          <a:solidFill>
            <a:schemeClr val="tx1"/>
          </a:solidFill>
          <a:miter lim="400000"/>
        </a:ln>
        <a:effectLst/>
        <a:sp3d/>
      </a:spPr>
      <a:bodyPr rot="0" spcFirstLastPara="1" vertOverflow="overflow" horzOverflow="overflow" vert="horz" wrap="square" lIns="45720" tIns="45720" rIns="45720" bIns="45720" numCol="1" spcCol="38100" rtlCol="0" anchor="t">
        <a:noAutofit/>
      </a:bodyPr>
      <a:lstStyle>
        <a:defPPr algn="l" defTabSz="457200" hangingPunct="0">
          <a:defRPr sz="1600" dirty="0">
            <a:solidFill>
              <a:schemeClr val="tx1"/>
            </a:solidFill>
            <a:latin typeface="Arial"/>
            <a:cs typeface="Arial"/>
            <a:sym typeface="Arial"/>
          </a:defRPr>
        </a:defPPr>
      </a:lstStyle>
      <a:style>
        <a:lnRef idx="0">
          <a:scrgbClr r="0" g="0" b="0"/>
        </a:lnRef>
        <a:fillRef idx="0">
          <a:scrgbClr r="0" g="0" b="0"/>
        </a:fillRef>
        <a:effectRef idx="0">
          <a:scrgbClr r="0" g="0" b="0"/>
        </a:effectRef>
        <a:fontRef idx="none"/>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45720" tIns="45720" rIns="45720" bIns="45720" rtlCol="0">
        <a:spAutoFit/>
      </a:bodyPr>
      <a:lstStyle>
        <a:defPPr algn="l">
          <a:defRPr sz="1600" dirty="0"/>
        </a:defPPr>
      </a:lstStyle>
    </a:txDef>
  </a:objectDefaults>
  <a:extraClrSchemeLst/>
  <a:custClrLst>
    <a:custClr name="Black">
      <a:srgbClr val="000000"/>
    </a:custClr>
    <a:custClr name="Dark Grey">
      <a:srgbClr val="616161"/>
    </a:custClr>
    <a:custClr name="White">
      <a:srgbClr val="FFFFFF"/>
    </a:custClr>
    <a:custClr name="Robotic Orange">
      <a:srgbClr val="FA4616"/>
    </a:custClr>
    <a:custClr name="Agentic Teal">
      <a:srgbClr val="0BA2B3"/>
    </a:custClr>
    <a:custClr name="Deep Blue">
      <a:srgbClr val="182126"/>
    </a:custClr>
    <a:custClr name="Yellow">
      <a:srgbClr val="DA9100"/>
    </a:custClr>
    <a:custClr name="Magenta">
      <a:srgbClr val="CC1956"/>
    </a:custClr>
    <a:custClr name="Testing Purple">
      <a:srgbClr val="8B288A"/>
    </a:custClr>
    <a:custClr name="Green">
      <a:srgbClr val="99C257"/>
    </a:custClr>
    <a:custClr name="Darker Grey">
      <a:srgbClr val="484848"/>
    </a:custClr>
    <a:custClr name="Offset Grey">
      <a:srgbClr val="D9D9D9"/>
    </a:custClr>
    <a:custClr name="Light Grey">
      <a:srgbClr val="F6F6F6"/>
    </a:custClr>
    <a:custClr name="Block Orange">
      <a:srgbClr val="CE340B"/>
    </a:custClr>
    <a:custClr name="Block Teal">
      <a:srgbClr val="15839A"/>
    </a:custClr>
    <a:custClr name="Block Deep Blue">
      <a:srgbClr val="2D373C"/>
    </a:custClr>
    <a:custClr name="Dark Yellow">
      <a:srgbClr val="BF7D08"/>
    </a:custClr>
    <a:custClr name="Dark Magenta">
      <a:srgbClr val="AF1450"/>
    </a:custClr>
    <a:custClr name="Block Purple">
      <a:srgbClr val="721472"/>
    </a:custClr>
    <a:custClr name="Dark Green">
      <a:srgbClr val="679940"/>
    </a:custClr>
    <a:custClr name="Mid Blue">
      <a:srgbClr val="5BCBDE"/>
    </a:custClr>
    <a:custClr name="Dark Blue">
      <a:srgbClr val="1E6482"/>
    </a:custClr>
    <a:custClr name="Slate Blue">
      <a:srgbClr val="435D6B"/>
    </a:custClr>
    <a:custClr name="Dark Slate Blue">
      <a:srgbClr val="3C464B"/>
    </a:custClr>
  </a:custClrLst>
  <a:extLst>
    <a:ext uri="{05A4C25C-085E-4340-85A3-A5531E510DB2}">
      <thm15:themeFamily xmlns:thm15="http://schemas.microsoft.com/office/thememl/2012/main" name="250715-EDITS" id="{BB37D9A2-BF37-6943-A7D6-4A8818A35829}" vid="{31155D66-BFBC-F446-9942-1701DCF7587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a9c1617-ac88-42ad-8289-896b7f3abde2">
      <Terms xmlns="http://schemas.microsoft.com/office/infopath/2007/PartnerControls"/>
    </lcf76f155ced4ddcb4097134ff3c332f>
    <TaxCatchAll xmlns="49d2fbee-70ed-4098-9bb6-aaccb3b9097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4D0C750E7E0F4887965956FF258FC0" ma:contentTypeVersion="13" ma:contentTypeDescription="Create a new document." ma:contentTypeScope="" ma:versionID="5b33968d816e2d3637015ccebede834b">
  <xsd:schema xmlns:xsd="http://www.w3.org/2001/XMLSchema" xmlns:xs="http://www.w3.org/2001/XMLSchema" xmlns:p="http://schemas.microsoft.com/office/2006/metadata/properties" xmlns:ns2="ca9c1617-ac88-42ad-8289-896b7f3abde2" xmlns:ns3="49d2fbee-70ed-4098-9bb6-aaccb3b90971" targetNamespace="http://schemas.microsoft.com/office/2006/metadata/properties" ma:root="true" ma:fieldsID="64226c00250e19c6e9817a8975f89265" ns2:_="" ns3:_="">
    <xsd:import namespace="ca9c1617-ac88-42ad-8289-896b7f3abde2"/>
    <xsd:import namespace="49d2fbee-70ed-4098-9bb6-aaccb3b9097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c1617-ac88-42ad-8289-896b7f3ab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d2fbee-70ed-4098-9bb6-aaccb3b9097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44835be-cef0-44cc-928d-1a150d01e468}" ma:internalName="TaxCatchAll" ma:showField="CatchAllData" ma:web="49d2fbee-70ed-4098-9bb6-aaccb3b909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47DFA7-9FF8-4ED1-88C1-C322BAAD923B}">
  <ds:schemaRefs>
    <ds:schemaRef ds:uri="http://schemas.microsoft.com/office/2006/metadata/properties"/>
    <ds:schemaRef ds:uri="http://schemas.microsoft.com/office/infopath/2007/PartnerControls"/>
    <ds:schemaRef ds:uri="044e9cb4-66f6-41a7-8131-d5779e7e44b1"/>
    <ds:schemaRef ds:uri="a5e2ffda-193f-4772-b3a7-0dcee2442230"/>
  </ds:schemaRefs>
</ds:datastoreItem>
</file>

<file path=customXml/itemProps2.xml><?xml version="1.0" encoding="utf-8"?>
<ds:datastoreItem xmlns:ds="http://schemas.openxmlformats.org/officeDocument/2006/customXml" ds:itemID="{1BC10EA4-6BA7-4017-A3F4-7F6F04346100}"/>
</file>

<file path=customXml/itemProps3.xml><?xml version="1.0" encoding="utf-8"?>
<ds:datastoreItem xmlns:ds="http://schemas.openxmlformats.org/officeDocument/2006/customXml" ds:itemID="{333398D2-BB4E-4BA5-82F2-9252579174C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4454</TotalTime>
  <Words>654</Words>
  <Application>Microsoft Macintosh PowerPoint</Application>
  <PresentationFormat>Widescreen</PresentationFormat>
  <Paragraphs>59</Paragraphs>
  <Slides>4</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Aptos</vt:lpstr>
      <vt:lpstr>Arial</vt:lpstr>
      <vt:lpstr>Arial Black</vt:lpstr>
      <vt:lpstr>Arial,Sans-Serif</vt:lpstr>
      <vt:lpstr>Wingdings</vt:lpstr>
      <vt:lpstr>UiPath Slide Masters</vt:lpstr>
      <vt:lpstr>UiPath Slide Masters-dark-mode</vt:lpstr>
      <vt:lpstr>Hackweek 2026 AI Productivity in Practice. </vt:lpstr>
      <vt:lpstr>PowerPoint Presentation</vt:lpstr>
      <vt:lpstr>PowerPoint Presentation</vt:lpstr>
      <vt:lpstr>Benefits &amp; Technologies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Epstein</dc:creator>
  <cp:lastModifiedBy>Andreea Stancu</cp:lastModifiedBy>
  <cp:revision>404</cp:revision>
  <dcterms:created xsi:type="dcterms:W3CDTF">2025-07-02T10:02:35Z</dcterms:created>
  <dcterms:modified xsi:type="dcterms:W3CDTF">2026-07-08T15:18:51Z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0x010100254D0C750E7E0F4887965956FF258FC0</vt:lpwstr>
  </property>
  <property fmtid="{D5CDD505-2E9C-101B-9397-08002B2CF9AE}" pid="3" name="MediaServiceImageTags">
    <vt:lpwstr/>
  </property>
  <property fmtid="{D5CDD505-2E9C-101B-9397-08002B2CF9AE}" pid="4" name="ClientFileRound">
    <vt:lpwstr>SG02</vt:lpwstr>
  </property>
</Properties>
</file>